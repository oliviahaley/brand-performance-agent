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79" r:id="rId5"/>
    <p:sldId id="351" r:id="rId6"/>
    <p:sldId id="352" r:id="rId7"/>
    <p:sldId id="350" r:id="rId8"/>
    <p:sldId id="358" r:id="rId9"/>
    <p:sldId id="357" r:id="rId10"/>
    <p:sldId id="356" r:id="rId11"/>
    <p:sldId id="355" r:id="rId12"/>
    <p:sldId id="359" r:id="rId13"/>
    <p:sldId id="353" r:id="rId14"/>
    <p:sldId id="361" r:id="rId15"/>
    <p:sldId id="362" r:id="rId16"/>
    <p:sldId id="360" r:id="rId17"/>
  </p:sldIdLst>
  <p:sldSz cx="12192000" cy="6858000"/>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53" userDrawn="1">
          <p15:clr>
            <a:srgbClr val="A4A3A4"/>
          </p15:clr>
        </p15:guide>
        <p15:guide id="2" orient="horz" pos="337" userDrawn="1">
          <p15:clr>
            <a:srgbClr val="A4A3A4"/>
          </p15:clr>
        </p15:guide>
        <p15:guide id="3" orient="horz" pos="213" userDrawn="1">
          <p15:clr>
            <a:srgbClr val="A4A3A4"/>
          </p15:clr>
        </p15:guide>
        <p15:guide id="4" pos="405" userDrawn="1">
          <p15:clr>
            <a:srgbClr val="A4A3A4"/>
          </p15:clr>
        </p15:guide>
        <p15:guide id="5" pos="72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nknown User"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D09"/>
    <a:srgbClr val="DB6B30"/>
    <a:srgbClr val="003A70"/>
    <a:srgbClr val="719949"/>
    <a:srgbClr val="A4DBE8"/>
    <a:srgbClr val="D9EA9A"/>
    <a:srgbClr val="FFCD00"/>
    <a:srgbClr val="FFF200"/>
    <a:srgbClr val="0053A0"/>
    <a:srgbClr val="0053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535E40-DC9C-40CB-84C9-40401F3AAF6E}" v="47" dt="2026-09-03T14:07:02.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32" autoAdjust="0"/>
  </p:normalViewPr>
  <p:slideViewPr>
    <p:cSldViewPr snapToGrid="0">
      <p:cViewPr>
        <p:scale>
          <a:sx n="70" d="100"/>
          <a:sy n="70" d="100"/>
        </p:scale>
        <p:origin x="536" y="144"/>
      </p:cViewPr>
      <p:guideLst>
        <p:guide orient="horz" pos="553"/>
        <p:guide orient="horz" pos="337"/>
        <p:guide orient="horz" pos="213"/>
        <p:guide pos="405"/>
        <p:guide pos="7261"/>
      </p:guideLst>
    </p:cSldViewPr>
  </p:slideViewPr>
  <p:notesTextViewPr>
    <p:cViewPr>
      <p:scale>
        <a:sx n="100" d="100"/>
        <a:sy n="100" d="100"/>
      </p:scale>
      <p:origin x="0" y="0"/>
    </p:cViewPr>
  </p:notesTextViewPr>
  <p:sorterViewPr>
    <p:cViewPr varScale="1">
      <p:scale>
        <a:sx n="100" d="100"/>
        <a:sy n="100" d="100"/>
      </p:scale>
      <p:origin x="0" y="-866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ia Haley" userId="637a0c4f-b3fe-4c22-a93a-99cd99483233" providerId="ADAL" clId="{C07A6907-8D61-462A-9D18-492710938AE7}"/>
    <pc:docChg chg="undo custSel addSld delSld modSld sldOrd">
      <pc:chgData name="Olivia Haley" userId="637a0c4f-b3fe-4c22-a93a-99cd99483233" providerId="ADAL" clId="{C07A6907-8D61-462A-9D18-492710938AE7}" dt="2026-09-03T14:09:07.017" v="4070" actId="1076"/>
      <pc:docMkLst>
        <pc:docMk/>
      </pc:docMkLst>
      <pc:sldChg chg="del">
        <pc:chgData name="Olivia Haley" userId="637a0c4f-b3fe-4c22-a93a-99cd99483233" providerId="ADAL" clId="{C07A6907-8D61-462A-9D18-492710938AE7}" dt="2026-09-03T11:13:31.134" v="953" actId="47"/>
        <pc:sldMkLst>
          <pc:docMk/>
          <pc:sldMk cId="0" sldId="268"/>
        </pc:sldMkLst>
      </pc:sldChg>
      <pc:sldChg chg="modSp mod">
        <pc:chgData name="Olivia Haley" userId="637a0c4f-b3fe-4c22-a93a-99cd99483233" providerId="ADAL" clId="{C07A6907-8D61-462A-9D18-492710938AE7}" dt="2026-09-03T14:07:11.298" v="4053" actId="1076"/>
        <pc:sldMkLst>
          <pc:docMk/>
          <pc:sldMk cId="0" sldId="279"/>
        </pc:sldMkLst>
        <pc:spChg chg="mod">
          <ac:chgData name="Olivia Haley" userId="637a0c4f-b3fe-4c22-a93a-99cd99483233" providerId="ADAL" clId="{C07A6907-8D61-462A-9D18-492710938AE7}" dt="2026-09-03T12:06:58.380" v="3738" actId="404"/>
          <ac:spMkLst>
            <pc:docMk/>
            <pc:sldMk cId="0" sldId="279"/>
            <ac:spMk id="6" creationId="{00000000-0000-0000-0000-000000000000}"/>
          </ac:spMkLst>
        </pc:spChg>
        <pc:spChg chg="mod">
          <ac:chgData name="Olivia Haley" userId="637a0c4f-b3fe-4c22-a93a-99cd99483233" providerId="ADAL" clId="{C07A6907-8D61-462A-9D18-492710938AE7}" dt="2026-09-03T14:07:11.298" v="4053" actId="1076"/>
          <ac:spMkLst>
            <pc:docMk/>
            <pc:sldMk cId="0" sldId="279"/>
            <ac:spMk id="7" creationId="{00000000-0000-0000-0000-000000000000}"/>
          </ac:spMkLst>
        </pc:spChg>
      </pc:sldChg>
      <pc:sldChg chg="modSp del mod">
        <pc:chgData name="Olivia Haley" userId="637a0c4f-b3fe-4c22-a93a-99cd99483233" providerId="ADAL" clId="{C07A6907-8D61-462A-9D18-492710938AE7}" dt="2026-09-03T14:07:20.901" v="4054" actId="47"/>
        <pc:sldMkLst>
          <pc:docMk/>
          <pc:sldMk cId="1616490350" sldId="282"/>
        </pc:sldMkLst>
        <pc:spChg chg="mod">
          <ac:chgData name="Olivia Haley" userId="637a0c4f-b3fe-4c22-a93a-99cd99483233" providerId="ADAL" clId="{C07A6907-8D61-462A-9D18-492710938AE7}" dt="2026-09-03T14:06:59.054" v="4046" actId="21"/>
          <ac:spMkLst>
            <pc:docMk/>
            <pc:sldMk cId="1616490350" sldId="282"/>
            <ac:spMk id="2" creationId="{00000000-0000-0000-0000-000000000000}"/>
          </ac:spMkLst>
        </pc:spChg>
        <pc:spChg chg="mod">
          <ac:chgData name="Olivia Haley" userId="637a0c4f-b3fe-4c22-a93a-99cd99483233" providerId="ADAL" clId="{C07A6907-8D61-462A-9D18-492710938AE7}" dt="2026-09-03T09:11:46.425" v="7"/>
          <ac:spMkLst>
            <pc:docMk/>
            <pc:sldMk cId="1616490350" sldId="282"/>
            <ac:spMk id="3" creationId="{00000000-0000-0000-0000-000000000000}"/>
          </ac:spMkLst>
        </pc:spChg>
      </pc:sldChg>
      <pc:sldChg chg="del">
        <pc:chgData name="Olivia Haley" userId="637a0c4f-b3fe-4c22-a93a-99cd99483233" providerId="ADAL" clId="{C07A6907-8D61-462A-9D18-492710938AE7}" dt="2026-09-03T11:37:13.246" v="2631" actId="47"/>
        <pc:sldMkLst>
          <pc:docMk/>
          <pc:sldMk cId="3391958078" sldId="283"/>
        </pc:sldMkLst>
      </pc:sldChg>
      <pc:sldChg chg="del">
        <pc:chgData name="Olivia Haley" userId="637a0c4f-b3fe-4c22-a93a-99cd99483233" providerId="ADAL" clId="{C07A6907-8D61-462A-9D18-492710938AE7}" dt="2026-09-03T11:37:15.295" v="2632" actId="47"/>
        <pc:sldMkLst>
          <pc:docMk/>
          <pc:sldMk cId="3912977478" sldId="287"/>
        </pc:sldMkLst>
      </pc:sldChg>
      <pc:sldChg chg="del">
        <pc:chgData name="Olivia Haley" userId="637a0c4f-b3fe-4c22-a93a-99cd99483233" providerId="ADAL" clId="{C07A6907-8D61-462A-9D18-492710938AE7}" dt="2026-09-03T14:05:00.272" v="3957" actId="47"/>
        <pc:sldMkLst>
          <pc:docMk/>
          <pc:sldMk cId="548772571" sldId="349"/>
        </pc:sldMkLst>
      </pc:sldChg>
      <pc:sldChg chg="addSp delSp modSp mod ord">
        <pc:chgData name="Olivia Haley" userId="637a0c4f-b3fe-4c22-a93a-99cd99483233" providerId="ADAL" clId="{C07A6907-8D61-462A-9D18-492710938AE7}" dt="2026-09-03T14:06:48.228" v="4045" actId="478"/>
        <pc:sldMkLst>
          <pc:docMk/>
          <pc:sldMk cId="2914107866" sldId="350"/>
        </pc:sldMkLst>
        <pc:spChg chg="add del mod">
          <ac:chgData name="Olivia Haley" userId="637a0c4f-b3fe-4c22-a93a-99cd99483233" providerId="ADAL" clId="{C07A6907-8D61-462A-9D18-492710938AE7}" dt="2026-09-03T12:04:55.084" v="3696" actId="478"/>
          <ac:spMkLst>
            <pc:docMk/>
            <pc:sldMk cId="2914107866" sldId="350"/>
            <ac:spMk id="8" creationId="{68935192-9659-4CB0-4EF2-FA6B81789C0A}"/>
          </ac:spMkLst>
        </pc:spChg>
        <pc:spChg chg="add del mod">
          <ac:chgData name="Olivia Haley" userId="637a0c4f-b3fe-4c22-a93a-99cd99483233" providerId="ADAL" clId="{C07A6907-8D61-462A-9D18-492710938AE7}" dt="2026-09-03T14:06:48.228" v="4045" actId="478"/>
          <ac:spMkLst>
            <pc:docMk/>
            <pc:sldMk cId="2914107866" sldId="350"/>
            <ac:spMk id="9" creationId="{1198F46B-1004-818E-1C51-B6539806136D}"/>
          </ac:spMkLst>
        </pc:spChg>
        <pc:spChg chg="add del mod">
          <ac:chgData name="Olivia Haley" userId="637a0c4f-b3fe-4c22-a93a-99cd99483233" providerId="ADAL" clId="{C07A6907-8D61-462A-9D18-492710938AE7}" dt="2026-09-03T12:04:57.320" v="3697" actId="478"/>
          <ac:spMkLst>
            <pc:docMk/>
            <pc:sldMk cId="2914107866" sldId="350"/>
            <ac:spMk id="22" creationId="{C872DD74-D051-586C-9245-B67B025171F6}"/>
          </ac:spMkLst>
        </pc:spChg>
        <pc:spChg chg="mod">
          <ac:chgData name="Olivia Haley" userId="637a0c4f-b3fe-4c22-a93a-99cd99483233" providerId="ADAL" clId="{C07A6907-8D61-462A-9D18-492710938AE7}" dt="2026-09-03T10:56:13.655" v="704" actId="20577"/>
          <ac:spMkLst>
            <pc:docMk/>
            <pc:sldMk cId="2914107866" sldId="350"/>
            <ac:spMk id="3075" creationId="{4A681099-CAAC-017A-DBEA-95C231EBFD2E}"/>
          </ac:spMkLst>
        </pc:spChg>
        <pc:picChg chg="add mod ord modCrop">
          <ac:chgData name="Olivia Haley" userId="637a0c4f-b3fe-4c22-a93a-99cd99483233" providerId="ADAL" clId="{C07A6907-8D61-462A-9D18-492710938AE7}" dt="2026-09-03T12:05:05.606" v="3720" actId="1076"/>
          <ac:picMkLst>
            <pc:docMk/>
            <pc:sldMk cId="2914107866" sldId="350"/>
            <ac:picMk id="4" creationId="{F34743EA-5FE1-E8CD-5E72-FFB1615C187E}"/>
          </ac:picMkLst>
        </pc:picChg>
        <pc:picChg chg="add del mod">
          <ac:chgData name="Olivia Haley" userId="637a0c4f-b3fe-4c22-a93a-99cd99483233" providerId="ADAL" clId="{C07A6907-8D61-462A-9D18-492710938AE7}" dt="2026-09-03T11:47:48.540" v="2897" actId="478"/>
          <ac:picMkLst>
            <pc:docMk/>
            <pc:sldMk cId="2914107866" sldId="350"/>
            <ac:picMk id="6" creationId="{6EEE3ACF-4809-26B6-B687-D67FD1E54352}"/>
          </ac:picMkLst>
        </pc:picChg>
        <pc:picChg chg="mod">
          <ac:chgData name="Olivia Haley" userId="637a0c4f-b3fe-4c22-a93a-99cd99483233" providerId="ADAL" clId="{C07A6907-8D61-462A-9D18-492710938AE7}" dt="2026-09-03T12:05:01.388" v="3718" actId="1038"/>
          <ac:picMkLst>
            <pc:docMk/>
            <pc:sldMk cId="2914107866" sldId="350"/>
            <ac:picMk id="7" creationId="{14F24A7E-6954-AEBE-63BD-186B4591E8B1}"/>
          </ac:picMkLst>
        </pc:picChg>
        <pc:picChg chg="del">
          <ac:chgData name="Olivia Haley" userId="637a0c4f-b3fe-4c22-a93a-99cd99483233" providerId="ADAL" clId="{C07A6907-8D61-462A-9D18-492710938AE7}" dt="2026-09-03T11:44:41.205" v="2774" actId="478"/>
          <ac:picMkLst>
            <pc:docMk/>
            <pc:sldMk cId="2914107866" sldId="350"/>
            <ac:picMk id="11" creationId="{F82354EA-F9B9-AF3F-681E-C3E8F088D981}"/>
          </ac:picMkLst>
        </pc:picChg>
        <pc:picChg chg="add mod">
          <ac:chgData name="Olivia Haley" userId="637a0c4f-b3fe-4c22-a93a-99cd99483233" providerId="ADAL" clId="{C07A6907-8D61-462A-9D18-492710938AE7}" dt="2026-09-03T12:05:01.388" v="3718" actId="1038"/>
          <ac:picMkLst>
            <pc:docMk/>
            <pc:sldMk cId="2914107866" sldId="350"/>
            <ac:picMk id="12" creationId="{8A855DD2-7F28-8F40-39A0-48A26BA1485F}"/>
          </ac:picMkLst>
        </pc:picChg>
        <pc:picChg chg="mod">
          <ac:chgData name="Olivia Haley" userId="637a0c4f-b3fe-4c22-a93a-99cd99483233" providerId="ADAL" clId="{C07A6907-8D61-462A-9D18-492710938AE7}" dt="2026-09-03T12:05:01.388" v="3718" actId="1038"/>
          <ac:picMkLst>
            <pc:docMk/>
            <pc:sldMk cId="2914107866" sldId="350"/>
            <ac:picMk id="13" creationId="{B24F9243-0E8A-46A3-D2C0-8B6A39FC8BF4}"/>
          </ac:picMkLst>
        </pc:picChg>
        <pc:picChg chg="del mod">
          <ac:chgData name="Olivia Haley" userId="637a0c4f-b3fe-4c22-a93a-99cd99483233" providerId="ADAL" clId="{C07A6907-8D61-462A-9D18-492710938AE7}" dt="2026-09-03T11:51:49.909" v="3165" actId="478"/>
          <ac:picMkLst>
            <pc:docMk/>
            <pc:sldMk cId="2914107866" sldId="350"/>
            <ac:picMk id="15" creationId="{652DD5CD-6F65-B59B-8C0D-7253ED7091A8}"/>
          </ac:picMkLst>
        </pc:picChg>
        <pc:picChg chg="add mod">
          <ac:chgData name="Olivia Haley" userId="637a0c4f-b3fe-4c22-a93a-99cd99483233" providerId="ADAL" clId="{C07A6907-8D61-462A-9D18-492710938AE7}" dt="2026-09-03T12:05:01.388" v="3718" actId="1038"/>
          <ac:picMkLst>
            <pc:docMk/>
            <pc:sldMk cId="2914107866" sldId="350"/>
            <ac:picMk id="16" creationId="{6A5E4855-6733-DFF0-55D3-1FA028012507}"/>
          </ac:picMkLst>
        </pc:picChg>
        <pc:picChg chg="add mod">
          <ac:chgData name="Olivia Haley" userId="637a0c4f-b3fe-4c22-a93a-99cd99483233" providerId="ADAL" clId="{C07A6907-8D61-462A-9D18-492710938AE7}" dt="2026-09-03T12:05:01.388" v="3718" actId="1038"/>
          <ac:picMkLst>
            <pc:docMk/>
            <pc:sldMk cId="2914107866" sldId="350"/>
            <ac:picMk id="18" creationId="{A7E3C809-973E-6F3D-BDD2-4A67EF9E17CF}"/>
          </ac:picMkLst>
        </pc:picChg>
        <pc:picChg chg="add mod">
          <ac:chgData name="Olivia Haley" userId="637a0c4f-b3fe-4c22-a93a-99cd99483233" providerId="ADAL" clId="{C07A6907-8D61-462A-9D18-492710938AE7}" dt="2026-09-03T12:05:01.388" v="3718" actId="1038"/>
          <ac:picMkLst>
            <pc:docMk/>
            <pc:sldMk cId="2914107866" sldId="350"/>
            <ac:picMk id="20" creationId="{5DD7DB88-63D0-EB8F-E8B6-0EE24A0D3A94}"/>
          </ac:picMkLst>
        </pc:picChg>
      </pc:sldChg>
      <pc:sldChg chg="addSp delSp modSp add mod">
        <pc:chgData name="Olivia Haley" userId="637a0c4f-b3fe-4c22-a93a-99cd99483233" providerId="ADAL" clId="{C07A6907-8D61-462A-9D18-492710938AE7}" dt="2026-09-03T11:36:03.143" v="2490" actId="20577"/>
        <pc:sldMkLst>
          <pc:docMk/>
          <pc:sldMk cId="2529307625" sldId="351"/>
        </pc:sldMkLst>
        <pc:spChg chg="add mod">
          <ac:chgData name="Olivia Haley" userId="637a0c4f-b3fe-4c22-a93a-99cd99483233" providerId="ADAL" clId="{C07A6907-8D61-462A-9D18-492710938AE7}" dt="2026-09-03T11:36:03.143" v="2490" actId="20577"/>
          <ac:spMkLst>
            <pc:docMk/>
            <pc:sldMk cId="2529307625" sldId="351"/>
            <ac:spMk id="5" creationId="{BB4A4698-C3A7-4A4B-E171-97AB85E12361}"/>
          </ac:spMkLst>
        </pc:spChg>
        <pc:spChg chg="mod">
          <ac:chgData name="Olivia Haley" userId="637a0c4f-b3fe-4c22-a93a-99cd99483233" providerId="ADAL" clId="{C07A6907-8D61-462A-9D18-492710938AE7}" dt="2026-09-03T10:49:02.004" v="134" actId="20577"/>
          <ac:spMkLst>
            <pc:docMk/>
            <pc:sldMk cId="2529307625" sldId="351"/>
            <ac:spMk id="3075" creationId="{146DAA1B-D356-5C76-DB3C-08ACDB9F90E6}"/>
          </ac:spMkLst>
        </pc:spChg>
        <pc:spChg chg="del mod">
          <ac:chgData name="Olivia Haley" userId="637a0c4f-b3fe-4c22-a93a-99cd99483233" providerId="ADAL" clId="{C07A6907-8D61-462A-9D18-492710938AE7}" dt="2026-09-03T10:48:27.867" v="111" actId="478"/>
          <ac:spMkLst>
            <pc:docMk/>
            <pc:sldMk cId="2529307625" sldId="351"/>
            <ac:spMk id="3076" creationId="{CDA93BA2-D45C-5412-90A6-830E8E992B4A}"/>
          </ac:spMkLst>
        </pc:spChg>
      </pc:sldChg>
      <pc:sldChg chg="addSp delSp modSp add mod">
        <pc:chgData name="Olivia Haley" userId="637a0c4f-b3fe-4c22-a93a-99cd99483233" providerId="ADAL" clId="{C07A6907-8D61-462A-9D18-492710938AE7}" dt="2026-09-03T12:06:08.053" v="3729" actId="1076"/>
        <pc:sldMkLst>
          <pc:docMk/>
          <pc:sldMk cId="3853178785" sldId="352"/>
        </pc:sldMkLst>
        <pc:spChg chg="mod">
          <ac:chgData name="Olivia Haley" userId="637a0c4f-b3fe-4c22-a93a-99cd99483233" providerId="ADAL" clId="{C07A6907-8D61-462A-9D18-492710938AE7}" dt="2026-09-03T12:06:08.053" v="3729" actId="1076"/>
          <ac:spMkLst>
            <pc:docMk/>
            <pc:sldMk cId="3853178785" sldId="352"/>
            <ac:spMk id="5" creationId="{0475EC7F-45AA-E6D1-E52F-71C563FC9D9D}"/>
          </ac:spMkLst>
        </pc:spChg>
        <pc:spChg chg="del mod">
          <ac:chgData name="Olivia Haley" userId="637a0c4f-b3fe-4c22-a93a-99cd99483233" providerId="ADAL" clId="{C07A6907-8D61-462A-9D18-492710938AE7}" dt="2026-09-03T11:21:01.071" v="1442" actId="478"/>
          <ac:spMkLst>
            <pc:docMk/>
            <pc:sldMk cId="3853178785" sldId="352"/>
            <ac:spMk id="6" creationId="{C54F9AA2-A3F8-F014-2A41-F4D263D8BC8A}"/>
          </ac:spMkLst>
        </pc:spChg>
        <pc:spChg chg="add del mod">
          <ac:chgData name="Olivia Haley" userId="637a0c4f-b3fe-4c22-a93a-99cd99483233" providerId="ADAL" clId="{C07A6907-8D61-462A-9D18-492710938AE7}" dt="2026-09-03T12:05:46.955" v="3721" actId="478"/>
          <ac:spMkLst>
            <pc:docMk/>
            <pc:sldMk cId="3853178785" sldId="352"/>
            <ac:spMk id="8" creationId="{1EF21E6C-C503-CBD4-E82B-BA5DA109343C}"/>
          </ac:spMkLst>
        </pc:spChg>
        <pc:spChg chg="del mod">
          <ac:chgData name="Olivia Haley" userId="637a0c4f-b3fe-4c22-a93a-99cd99483233" providerId="ADAL" clId="{C07A6907-8D61-462A-9D18-492710938AE7}" dt="2026-09-03T12:05:49.197" v="3722" actId="21"/>
          <ac:spMkLst>
            <pc:docMk/>
            <pc:sldMk cId="3853178785" sldId="352"/>
            <ac:spMk id="10" creationId="{CB7D510E-1417-419D-F862-0659C38CB7BE}"/>
          </ac:spMkLst>
        </pc:spChg>
        <pc:spChg chg="add del mod">
          <ac:chgData name="Olivia Haley" userId="637a0c4f-b3fe-4c22-a93a-99cd99483233" providerId="ADAL" clId="{C07A6907-8D61-462A-9D18-492710938AE7}" dt="2026-09-03T11:17:00.079" v="1131" actId="21"/>
          <ac:spMkLst>
            <pc:docMk/>
            <pc:sldMk cId="3853178785" sldId="352"/>
            <ac:spMk id="13" creationId="{332B443C-0B53-D524-D206-54CC5161BFE9}"/>
          </ac:spMkLst>
        </pc:spChg>
        <pc:spChg chg="mod">
          <ac:chgData name="Olivia Haley" userId="637a0c4f-b3fe-4c22-a93a-99cd99483233" providerId="ADAL" clId="{C07A6907-8D61-462A-9D18-492710938AE7}" dt="2026-09-03T10:52:43.698" v="499" actId="20577"/>
          <ac:spMkLst>
            <pc:docMk/>
            <pc:sldMk cId="3853178785" sldId="352"/>
            <ac:spMk id="3075" creationId="{0ED4641D-71C5-0F8D-F65D-EFAE2D5A0351}"/>
          </ac:spMkLst>
        </pc:spChg>
        <pc:graphicFrameChg chg="add del mod modGraphic">
          <ac:chgData name="Olivia Haley" userId="637a0c4f-b3fe-4c22-a93a-99cd99483233" providerId="ADAL" clId="{C07A6907-8D61-462A-9D18-492710938AE7}" dt="2026-09-03T12:05:49.197" v="3722" actId="21"/>
          <ac:graphicFrameMkLst>
            <pc:docMk/>
            <pc:sldMk cId="3853178785" sldId="352"/>
            <ac:graphicFrameMk id="11" creationId="{61629390-7E1A-6ADA-921F-521D70D0FED5}"/>
          </ac:graphicFrameMkLst>
        </pc:graphicFrameChg>
      </pc:sldChg>
      <pc:sldChg chg="addSp modSp add mod ord">
        <pc:chgData name="Olivia Haley" userId="637a0c4f-b3fe-4c22-a93a-99cd99483233" providerId="ADAL" clId="{C07A6907-8D61-462A-9D18-492710938AE7}" dt="2026-09-03T14:05:36.035" v="3977"/>
        <pc:sldMkLst>
          <pc:docMk/>
          <pc:sldMk cId="871557645" sldId="353"/>
        </pc:sldMkLst>
        <pc:spChg chg="add mod">
          <ac:chgData name="Olivia Haley" userId="637a0c4f-b3fe-4c22-a93a-99cd99483233" providerId="ADAL" clId="{C07A6907-8D61-462A-9D18-492710938AE7}" dt="2026-09-03T11:33:14.114" v="2364" actId="20577"/>
          <ac:spMkLst>
            <pc:docMk/>
            <pc:sldMk cId="871557645" sldId="353"/>
            <ac:spMk id="4" creationId="{CF274DD1-C3E2-997D-4774-DF7C28FFF9E2}"/>
          </ac:spMkLst>
        </pc:spChg>
        <pc:spChg chg="mod">
          <ac:chgData name="Olivia Haley" userId="637a0c4f-b3fe-4c22-a93a-99cd99483233" providerId="ADAL" clId="{C07A6907-8D61-462A-9D18-492710938AE7}" dt="2026-09-03T11:39:50.341" v="2756" actId="1076"/>
          <ac:spMkLst>
            <pc:docMk/>
            <pc:sldMk cId="871557645" sldId="353"/>
            <ac:spMk id="5" creationId="{E6EB46F5-47F9-E390-D2ED-52B2293EE77C}"/>
          </ac:spMkLst>
        </pc:spChg>
        <pc:spChg chg="add mod">
          <ac:chgData name="Olivia Haley" userId="637a0c4f-b3fe-4c22-a93a-99cd99483233" providerId="ADAL" clId="{C07A6907-8D61-462A-9D18-492710938AE7}" dt="2026-09-03T11:33:42.265" v="2423" actId="1076"/>
          <ac:spMkLst>
            <pc:docMk/>
            <pc:sldMk cId="871557645" sldId="353"/>
            <ac:spMk id="7" creationId="{08818587-A7E1-99D8-0DCF-ECF91FE6934F}"/>
          </ac:spMkLst>
        </pc:spChg>
        <pc:spChg chg="mod">
          <ac:chgData name="Olivia Haley" userId="637a0c4f-b3fe-4c22-a93a-99cd99483233" providerId="ADAL" clId="{C07A6907-8D61-462A-9D18-492710938AE7}" dt="2026-09-03T11:47:36.888" v="2893" actId="20577"/>
          <ac:spMkLst>
            <pc:docMk/>
            <pc:sldMk cId="871557645" sldId="353"/>
            <ac:spMk id="3075" creationId="{176FD295-F2F5-CECD-9A03-AA2A61F5E07C}"/>
          </ac:spMkLst>
        </pc:spChg>
      </pc:sldChg>
      <pc:sldChg chg="addSp delSp modSp add del mod ord">
        <pc:chgData name="Olivia Haley" userId="637a0c4f-b3fe-4c22-a93a-99cd99483233" providerId="ADAL" clId="{C07A6907-8D61-462A-9D18-492710938AE7}" dt="2026-09-03T11:24:35.686" v="1820" actId="47"/>
        <pc:sldMkLst>
          <pc:docMk/>
          <pc:sldMk cId="160918164" sldId="354"/>
        </pc:sldMkLst>
        <pc:spChg chg="del mod">
          <ac:chgData name="Olivia Haley" userId="637a0c4f-b3fe-4c22-a93a-99cd99483233" providerId="ADAL" clId="{C07A6907-8D61-462A-9D18-492710938AE7}" dt="2026-09-03T11:24:34.436" v="1819" actId="21"/>
          <ac:spMkLst>
            <pc:docMk/>
            <pc:sldMk cId="160918164" sldId="354"/>
            <ac:spMk id="5" creationId="{7F07E2AE-4FC8-A954-6204-1B0C8072151A}"/>
          </ac:spMkLst>
        </pc:spChg>
        <pc:spChg chg="add mod">
          <ac:chgData name="Olivia Haley" userId="637a0c4f-b3fe-4c22-a93a-99cd99483233" providerId="ADAL" clId="{C07A6907-8D61-462A-9D18-492710938AE7}" dt="2026-09-03T11:24:34.436" v="1819" actId="21"/>
          <ac:spMkLst>
            <pc:docMk/>
            <pc:sldMk cId="160918164" sldId="354"/>
            <ac:spMk id="6" creationId="{9F706F02-6A9F-B9D5-D628-AC2205D1E5DD}"/>
          </ac:spMkLst>
        </pc:spChg>
        <pc:spChg chg="mod">
          <ac:chgData name="Olivia Haley" userId="637a0c4f-b3fe-4c22-a93a-99cd99483233" providerId="ADAL" clId="{C07A6907-8D61-462A-9D18-492710938AE7}" dt="2026-09-03T11:08:14.126" v="858" actId="20577"/>
          <ac:spMkLst>
            <pc:docMk/>
            <pc:sldMk cId="160918164" sldId="354"/>
            <ac:spMk id="3075" creationId="{87A2BFD9-FC3B-1BF9-33DC-BE93E603E328}"/>
          </ac:spMkLst>
        </pc:spChg>
      </pc:sldChg>
      <pc:sldChg chg="addSp delSp modSp add mod">
        <pc:chgData name="Olivia Haley" userId="637a0c4f-b3fe-4c22-a93a-99cd99483233" providerId="ADAL" clId="{C07A6907-8D61-462A-9D18-492710938AE7}" dt="2026-09-03T14:08:21.957" v="4060" actId="113"/>
        <pc:sldMkLst>
          <pc:docMk/>
          <pc:sldMk cId="1311920617" sldId="355"/>
        </pc:sldMkLst>
        <pc:spChg chg="add del mod">
          <ac:chgData name="Olivia Haley" userId="637a0c4f-b3fe-4c22-a93a-99cd99483233" providerId="ADAL" clId="{C07A6907-8D61-462A-9D18-492710938AE7}" dt="2026-09-03T11:18:38.404" v="1276" actId="478"/>
          <ac:spMkLst>
            <pc:docMk/>
            <pc:sldMk cId="1311920617" sldId="355"/>
            <ac:spMk id="4" creationId="{21EB7DC5-69FC-0726-589B-A982BB42C4C5}"/>
          </ac:spMkLst>
        </pc:spChg>
        <pc:spChg chg="mod">
          <ac:chgData name="Olivia Haley" userId="637a0c4f-b3fe-4c22-a93a-99cd99483233" providerId="ADAL" clId="{C07A6907-8D61-462A-9D18-492710938AE7}" dt="2026-09-03T13:25:57.719" v="3819" actId="403"/>
          <ac:spMkLst>
            <pc:docMk/>
            <pc:sldMk cId="1311920617" sldId="355"/>
            <ac:spMk id="5" creationId="{54C6B615-1350-D392-2EC0-D7886199BAD8}"/>
          </ac:spMkLst>
        </pc:spChg>
        <pc:spChg chg="del">
          <ac:chgData name="Olivia Haley" userId="637a0c4f-b3fe-4c22-a93a-99cd99483233" providerId="ADAL" clId="{C07A6907-8D61-462A-9D18-492710938AE7}" dt="2026-09-03T11:18:41.131" v="1277" actId="478"/>
          <ac:spMkLst>
            <pc:docMk/>
            <pc:sldMk cId="1311920617" sldId="355"/>
            <ac:spMk id="6" creationId="{C986DCB5-2B34-5312-EC34-F6D1401B8AF9}"/>
          </ac:spMkLst>
        </pc:spChg>
        <pc:spChg chg="add del mod">
          <ac:chgData name="Olivia Haley" userId="637a0c4f-b3fe-4c22-a93a-99cd99483233" providerId="ADAL" clId="{C07A6907-8D61-462A-9D18-492710938AE7}" dt="2026-09-03T11:18:38.404" v="1276" actId="478"/>
          <ac:spMkLst>
            <pc:docMk/>
            <pc:sldMk cId="1311920617" sldId="355"/>
            <ac:spMk id="7" creationId="{A7B72A56-1E4D-1ABE-E64E-57502BC40556}"/>
          </ac:spMkLst>
        </pc:spChg>
        <pc:spChg chg="del">
          <ac:chgData name="Olivia Haley" userId="637a0c4f-b3fe-4c22-a93a-99cd99483233" providerId="ADAL" clId="{C07A6907-8D61-462A-9D18-492710938AE7}" dt="2026-09-03T11:18:38.404" v="1276" actId="478"/>
          <ac:spMkLst>
            <pc:docMk/>
            <pc:sldMk cId="1311920617" sldId="355"/>
            <ac:spMk id="8" creationId="{B9B2AA7F-46EE-98B2-0CED-DF2D0818EA90}"/>
          </ac:spMkLst>
        </pc:spChg>
        <pc:spChg chg="del">
          <ac:chgData name="Olivia Haley" userId="637a0c4f-b3fe-4c22-a93a-99cd99483233" providerId="ADAL" clId="{C07A6907-8D61-462A-9D18-492710938AE7}" dt="2026-09-03T11:18:41.131" v="1277" actId="478"/>
          <ac:spMkLst>
            <pc:docMk/>
            <pc:sldMk cId="1311920617" sldId="355"/>
            <ac:spMk id="10" creationId="{594B92F2-E15B-6E87-DB77-0B8DB24E3D3F}"/>
          </ac:spMkLst>
        </pc:spChg>
        <pc:spChg chg="add mod">
          <ac:chgData name="Olivia Haley" userId="637a0c4f-b3fe-4c22-a93a-99cd99483233" providerId="ADAL" clId="{C07A6907-8D61-462A-9D18-492710938AE7}" dt="2026-09-03T14:08:19.557" v="4059" actId="1076"/>
          <ac:spMkLst>
            <pc:docMk/>
            <pc:sldMk cId="1311920617" sldId="355"/>
            <ac:spMk id="12" creationId="{1A6F625B-47F6-68F2-D190-60522573854E}"/>
          </ac:spMkLst>
        </pc:spChg>
        <pc:spChg chg="add mod">
          <ac:chgData name="Olivia Haley" userId="637a0c4f-b3fe-4c22-a93a-99cd99483233" providerId="ADAL" clId="{C07A6907-8D61-462A-9D18-492710938AE7}" dt="2026-09-03T14:08:21.957" v="4060" actId="113"/>
          <ac:spMkLst>
            <pc:docMk/>
            <pc:sldMk cId="1311920617" sldId="355"/>
            <ac:spMk id="14" creationId="{0A419B69-5BAF-F303-6AA8-CD753B79D58B}"/>
          </ac:spMkLst>
        </pc:spChg>
        <pc:spChg chg="mod">
          <ac:chgData name="Olivia Haley" userId="637a0c4f-b3fe-4c22-a93a-99cd99483233" providerId="ADAL" clId="{C07A6907-8D61-462A-9D18-492710938AE7}" dt="2026-09-03T11:17:07.293" v="1155" actId="20577"/>
          <ac:spMkLst>
            <pc:docMk/>
            <pc:sldMk cId="1311920617" sldId="355"/>
            <ac:spMk id="3075" creationId="{64D49128-3116-A0DF-5152-562CB2646922}"/>
          </ac:spMkLst>
        </pc:spChg>
        <pc:graphicFrameChg chg="add del mod">
          <ac:chgData name="Olivia Haley" userId="637a0c4f-b3fe-4c22-a93a-99cd99483233" providerId="ADAL" clId="{C07A6907-8D61-462A-9D18-492710938AE7}" dt="2026-09-03T11:18:38.404" v="1276" actId="478"/>
          <ac:graphicFrameMkLst>
            <pc:docMk/>
            <pc:sldMk cId="1311920617" sldId="355"/>
            <ac:graphicFrameMk id="9" creationId="{1D33CCB0-1563-A483-087C-3D77AB7BD774}"/>
          </ac:graphicFrameMkLst>
        </pc:graphicFrameChg>
        <pc:graphicFrameChg chg="del">
          <ac:chgData name="Olivia Haley" userId="637a0c4f-b3fe-4c22-a93a-99cd99483233" providerId="ADAL" clId="{C07A6907-8D61-462A-9D18-492710938AE7}" dt="2026-09-03T11:18:41.131" v="1277" actId="478"/>
          <ac:graphicFrameMkLst>
            <pc:docMk/>
            <pc:sldMk cId="1311920617" sldId="355"/>
            <ac:graphicFrameMk id="11" creationId="{94F0B904-6FC9-92DA-F240-BE283BE97AC6}"/>
          </ac:graphicFrameMkLst>
        </pc:graphicFrameChg>
      </pc:sldChg>
      <pc:sldChg chg="addSp delSp modSp add mod ord">
        <pc:chgData name="Olivia Haley" userId="637a0c4f-b3fe-4c22-a93a-99cd99483233" providerId="ADAL" clId="{C07A6907-8D61-462A-9D18-492710938AE7}" dt="2026-09-03T14:08:00.817" v="4058"/>
        <pc:sldMkLst>
          <pc:docMk/>
          <pc:sldMk cId="2071674213" sldId="356"/>
        </pc:sldMkLst>
        <pc:spChg chg="add mod">
          <ac:chgData name="Olivia Haley" userId="637a0c4f-b3fe-4c22-a93a-99cd99483233" providerId="ADAL" clId="{C07A6907-8D61-462A-9D18-492710938AE7}" dt="2026-09-03T11:40:49.922" v="2773" actId="1038"/>
          <ac:spMkLst>
            <pc:docMk/>
            <pc:sldMk cId="2071674213" sldId="356"/>
            <ac:spMk id="4" creationId="{7F07E2AE-4FC8-A954-6204-1B0C8072151A}"/>
          </ac:spMkLst>
        </pc:spChg>
        <pc:spChg chg="del">
          <ac:chgData name="Olivia Haley" userId="637a0c4f-b3fe-4c22-a93a-99cd99483233" providerId="ADAL" clId="{C07A6907-8D61-462A-9D18-492710938AE7}" dt="2026-09-03T11:24:42.931" v="1822" actId="478"/>
          <ac:spMkLst>
            <pc:docMk/>
            <pc:sldMk cId="2071674213" sldId="356"/>
            <ac:spMk id="5" creationId="{ABC4F6F8-F164-30AA-1053-941D77738C34}"/>
          </ac:spMkLst>
        </pc:spChg>
        <pc:spChg chg="add del mod">
          <ac:chgData name="Olivia Haley" userId="637a0c4f-b3fe-4c22-a93a-99cd99483233" providerId="ADAL" clId="{C07A6907-8D61-462A-9D18-492710938AE7}" dt="2026-09-03T11:24:44.457" v="1823" actId="478"/>
          <ac:spMkLst>
            <pc:docMk/>
            <pc:sldMk cId="2071674213" sldId="356"/>
            <ac:spMk id="7" creationId="{A37DF9EF-E032-BCE1-0750-824017FCE8DA}"/>
          </ac:spMkLst>
        </pc:spChg>
        <pc:spChg chg="add mod">
          <ac:chgData name="Olivia Haley" userId="637a0c4f-b3fe-4c22-a93a-99cd99483233" providerId="ADAL" clId="{C07A6907-8D61-462A-9D18-492710938AE7}" dt="2026-09-03T11:40:49.922" v="2773" actId="1038"/>
          <ac:spMkLst>
            <pc:docMk/>
            <pc:sldMk cId="2071674213" sldId="356"/>
            <ac:spMk id="9" creationId="{2ED4328C-6A7F-A5B1-B400-8EF03331CB9E}"/>
          </ac:spMkLst>
        </pc:spChg>
        <pc:spChg chg="add mod">
          <ac:chgData name="Olivia Haley" userId="637a0c4f-b3fe-4c22-a93a-99cd99483233" providerId="ADAL" clId="{C07A6907-8D61-462A-9D18-492710938AE7}" dt="2026-09-03T11:40:49.922" v="2773" actId="1038"/>
          <ac:spMkLst>
            <pc:docMk/>
            <pc:sldMk cId="2071674213" sldId="356"/>
            <ac:spMk id="11" creationId="{3BF95E44-3DF2-E929-AEEC-6FD3C3B07BC6}"/>
          </ac:spMkLst>
        </pc:spChg>
        <pc:spChg chg="del">
          <ac:chgData name="Olivia Haley" userId="637a0c4f-b3fe-4c22-a93a-99cd99483233" providerId="ADAL" clId="{C07A6907-8D61-462A-9D18-492710938AE7}" dt="2026-09-03T11:24:17.302" v="1818" actId="478"/>
          <ac:spMkLst>
            <pc:docMk/>
            <pc:sldMk cId="2071674213" sldId="356"/>
            <ac:spMk id="12" creationId="{8C59887A-B37E-BCA8-C0B4-6469E8D1FB05}"/>
          </ac:spMkLst>
        </pc:spChg>
        <pc:spChg chg="add mod">
          <ac:chgData name="Olivia Haley" userId="637a0c4f-b3fe-4c22-a93a-99cd99483233" providerId="ADAL" clId="{C07A6907-8D61-462A-9D18-492710938AE7}" dt="2026-09-03T11:54:37.574" v="3405" actId="14100"/>
          <ac:spMkLst>
            <pc:docMk/>
            <pc:sldMk cId="2071674213" sldId="356"/>
            <ac:spMk id="14" creationId="{8C55E035-6B80-72C2-9145-FB5B45ACEE92}"/>
          </ac:spMkLst>
        </pc:spChg>
        <pc:spChg chg="mod">
          <ac:chgData name="Olivia Haley" userId="637a0c4f-b3fe-4c22-a93a-99cd99483233" providerId="ADAL" clId="{C07A6907-8D61-462A-9D18-492710938AE7}" dt="2026-09-03T11:24:12.695" v="1817" actId="20577"/>
          <ac:spMkLst>
            <pc:docMk/>
            <pc:sldMk cId="2071674213" sldId="356"/>
            <ac:spMk id="3075" creationId="{2FAA160B-147A-E68E-04FD-FD8728E88E60}"/>
          </ac:spMkLst>
        </pc:spChg>
      </pc:sldChg>
      <pc:sldChg chg="addSp delSp modSp add mod ord">
        <pc:chgData name="Olivia Haley" userId="637a0c4f-b3fe-4c22-a93a-99cd99483233" providerId="ADAL" clId="{C07A6907-8D61-462A-9D18-492710938AE7}" dt="2026-09-03T12:04:10.459" v="3614" actId="1076"/>
        <pc:sldMkLst>
          <pc:docMk/>
          <pc:sldMk cId="851532669" sldId="357"/>
        </pc:sldMkLst>
        <pc:spChg chg="del">
          <ac:chgData name="Olivia Haley" userId="637a0c4f-b3fe-4c22-a93a-99cd99483233" providerId="ADAL" clId="{C07A6907-8D61-462A-9D18-492710938AE7}" dt="2026-09-03T12:01:58.885" v="3579" actId="478"/>
          <ac:spMkLst>
            <pc:docMk/>
            <pc:sldMk cId="851532669" sldId="357"/>
            <ac:spMk id="5" creationId="{EB2CBABF-C0EA-EFF6-1B46-B922BB72909A}"/>
          </ac:spMkLst>
        </pc:spChg>
        <pc:spChg chg="add del mod">
          <ac:chgData name="Olivia Haley" userId="637a0c4f-b3fe-4c22-a93a-99cd99483233" providerId="ADAL" clId="{C07A6907-8D61-462A-9D18-492710938AE7}" dt="2026-09-03T12:02:00.667" v="3580" actId="478"/>
          <ac:spMkLst>
            <pc:docMk/>
            <pc:sldMk cId="851532669" sldId="357"/>
            <ac:spMk id="6" creationId="{2C3B5EC8-8D68-7F96-97BB-F37177DDF776}"/>
          </ac:spMkLst>
        </pc:spChg>
        <pc:spChg chg="mod">
          <ac:chgData name="Olivia Haley" userId="637a0c4f-b3fe-4c22-a93a-99cd99483233" providerId="ADAL" clId="{C07A6907-8D61-462A-9D18-492710938AE7}" dt="2026-09-03T12:04:10.459" v="3614" actId="1076"/>
          <ac:spMkLst>
            <pc:docMk/>
            <pc:sldMk cId="851532669" sldId="357"/>
            <ac:spMk id="8" creationId="{28243E79-DE26-5035-394E-9341B35372B5}"/>
          </ac:spMkLst>
        </pc:spChg>
        <pc:spChg chg="mod">
          <ac:chgData name="Olivia Haley" userId="637a0c4f-b3fe-4c22-a93a-99cd99483233" providerId="ADAL" clId="{C07A6907-8D61-462A-9D18-492710938AE7}" dt="2026-09-03T12:03:58.068" v="3612" actId="20577"/>
          <ac:spMkLst>
            <pc:docMk/>
            <pc:sldMk cId="851532669" sldId="357"/>
            <ac:spMk id="10" creationId="{56D9CD99-10FB-1190-998B-CA3780ED07D7}"/>
          </ac:spMkLst>
        </pc:spChg>
        <pc:graphicFrameChg chg="mod">
          <ac:chgData name="Olivia Haley" userId="637a0c4f-b3fe-4c22-a93a-99cd99483233" providerId="ADAL" clId="{C07A6907-8D61-462A-9D18-492710938AE7}" dt="2026-09-03T12:03:51.676" v="3611" actId="1076"/>
          <ac:graphicFrameMkLst>
            <pc:docMk/>
            <pc:sldMk cId="851532669" sldId="357"/>
            <ac:graphicFrameMk id="11" creationId="{65C433B2-FE60-496E-F5A8-2EEB691741B0}"/>
          </ac:graphicFrameMkLst>
        </pc:graphicFrameChg>
      </pc:sldChg>
      <pc:sldChg chg="delSp modSp add mod modShow">
        <pc:chgData name="Olivia Haley" userId="637a0c4f-b3fe-4c22-a93a-99cd99483233" providerId="ADAL" clId="{C07A6907-8D61-462A-9D18-492710938AE7}" dt="2026-09-03T12:04:51.396" v="3695" actId="729"/>
        <pc:sldMkLst>
          <pc:docMk/>
          <pc:sldMk cId="2869302834" sldId="358"/>
        </pc:sldMkLst>
        <pc:spChg chg="mod">
          <ac:chgData name="Olivia Haley" userId="637a0c4f-b3fe-4c22-a93a-99cd99483233" providerId="ADAL" clId="{C07A6907-8D61-462A-9D18-492710938AE7}" dt="2026-09-03T12:04:45.448" v="3693" actId="1038"/>
          <ac:spMkLst>
            <pc:docMk/>
            <pc:sldMk cId="2869302834" sldId="358"/>
            <ac:spMk id="2" creationId="{E20B9BEA-3604-E6BC-8C45-1362B39C9DA3}"/>
          </ac:spMkLst>
        </pc:spChg>
        <pc:spChg chg="mod">
          <ac:chgData name="Olivia Haley" userId="637a0c4f-b3fe-4c22-a93a-99cd99483233" providerId="ADAL" clId="{C07A6907-8D61-462A-9D18-492710938AE7}" dt="2026-09-03T12:04:45.448" v="3693" actId="1038"/>
          <ac:spMkLst>
            <pc:docMk/>
            <pc:sldMk cId="2869302834" sldId="358"/>
            <ac:spMk id="8" creationId="{94EA6798-1EC7-F894-0E51-35B2BD4C53D8}"/>
          </ac:spMkLst>
        </pc:spChg>
        <pc:spChg chg="del">
          <ac:chgData name="Olivia Haley" userId="637a0c4f-b3fe-4c22-a93a-99cd99483233" providerId="ADAL" clId="{C07A6907-8D61-462A-9D18-492710938AE7}" dt="2026-09-03T12:04:48.759" v="3694" actId="478"/>
          <ac:spMkLst>
            <pc:docMk/>
            <pc:sldMk cId="2869302834" sldId="358"/>
            <ac:spMk id="9" creationId="{9179F305-F7E7-6A5C-C733-C4B6AB1A4237}"/>
          </ac:spMkLst>
        </pc:spChg>
        <pc:picChg chg="del">
          <ac:chgData name="Olivia Haley" userId="637a0c4f-b3fe-4c22-a93a-99cd99483233" providerId="ADAL" clId="{C07A6907-8D61-462A-9D18-492710938AE7}" dt="2026-09-03T12:04:36.543" v="3616" actId="478"/>
          <ac:picMkLst>
            <pc:docMk/>
            <pc:sldMk cId="2869302834" sldId="358"/>
            <ac:picMk id="4" creationId="{90683782-CF38-D955-C8BE-C6B4648761FF}"/>
          </ac:picMkLst>
        </pc:picChg>
        <pc:picChg chg="mod">
          <ac:chgData name="Olivia Haley" userId="637a0c4f-b3fe-4c22-a93a-99cd99483233" providerId="ADAL" clId="{C07A6907-8D61-462A-9D18-492710938AE7}" dt="2026-09-03T12:04:45.448" v="3693" actId="1038"/>
          <ac:picMkLst>
            <pc:docMk/>
            <pc:sldMk cId="2869302834" sldId="358"/>
            <ac:picMk id="7" creationId="{0FFAE239-0323-D10A-9DAC-7887713771B8}"/>
          </ac:picMkLst>
        </pc:picChg>
        <pc:picChg chg="mod">
          <ac:chgData name="Olivia Haley" userId="637a0c4f-b3fe-4c22-a93a-99cd99483233" providerId="ADAL" clId="{C07A6907-8D61-462A-9D18-492710938AE7}" dt="2026-09-03T12:04:45.448" v="3693" actId="1038"/>
          <ac:picMkLst>
            <pc:docMk/>
            <pc:sldMk cId="2869302834" sldId="358"/>
            <ac:picMk id="12" creationId="{88B4472C-CF61-5E10-3CFD-63424FF64D26}"/>
          </ac:picMkLst>
        </pc:picChg>
        <pc:picChg chg="mod">
          <ac:chgData name="Olivia Haley" userId="637a0c4f-b3fe-4c22-a93a-99cd99483233" providerId="ADAL" clId="{C07A6907-8D61-462A-9D18-492710938AE7}" dt="2026-09-03T12:04:45.448" v="3693" actId="1038"/>
          <ac:picMkLst>
            <pc:docMk/>
            <pc:sldMk cId="2869302834" sldId="358"/>
            <ac:picMk id="13" creationId="{68A3202B-06B0-7D76-4241-8AA8E46C0A05}"/>
          </ac:picMkLst>
        </pc:picChg>
        <pc:picChg chg="mod">
          <ac:chgData name="Olivia Haley" userId="637a0c4f-b3fe-4c22-a93a-99cd99483233" providerId="ADAL" clId="{C07A6907-8D61-462A-9D18-492710938AE7}" dt="2026-09-03T12:04:45.448" v="3693" actId="1038"/>
          <ac:picMkLst>
            <pc:docMk/>
            <pc:sldMk cId="2869302834" sldId="358"/>
            <ac:picMk id="16" creationId="{C32821BA-5A70-E32E-62BD-59AAB68BF0DA}"/>
          </ac:picMkLst>
        </pc:picChg>
        <pc:picChg chg="mod">
          <ac:chgData name="Olivia Haley" userId="637a0c4f-b3fe-4c22-a93a-99cd99483233" providerId="ADAL" clId="{C07A6907-8D61-462A-9D18-492710938AE7}" dt="2026-09-03T12:04:45.448" v="3693" actId="1038"/>
          <ac:picMkLst>
            <pc:docMk/>
            <pc:sldMk cId="2869302834" sldId="358"/>
            <ac:picMk id="18" creationId="{976479E4-AF57-CC40-CBCF-FA314AF8DF95}"/>
          </ac:picMkLst>
        </pc:picChg>
        <pc:picChg chg="mod">
          <ac:chgData name="Olivia Haley" userId="637a0c4f-b3fe-4c22-a93a-99cd99483233" providerId="ADAL" clId="{C07A6907-8D61-462A-9D18-492710938AE7}" dt="2026-09-03T12:04:45.448" v="3693" actId="1038"/>
          <ac:picMkLst>
            <pc:docMk/>
            <pc:sldMk cId="2869302834" sldId="358"/>
            <ac:picMk id="20" creationId="{201046EC-FE8A-68CE-4016-84A5EB4445BE}"/>
          </ac:picMkLst>
        </pc:picChg>
      </pc:sldChg>
      <pc:sldChg chg="addSp delSp modSp add mod ord">
        <pc:chgData name="Olivia Haley" userId="637a0c4f-b3fe-4c22-a93a-99cd99483233" providerId="ADAL" clId="{C07A6907-8D61-462A-9D18-492710938AE7}" dt="2026-09-03T14:07:54.098" v="4056"/>
        <pc:sldMkLst>
          <pc:docMk/>
          <pc:sldMk cId="3395741835" sldId="359"/>
        </pc:sldMkLst>
        <pc:spChg chg="del">
          <ac:chgData name="Olivia Haley" userId="637a0c4f-b3fe-4c22-a93a-99cd99483233" providerId="ADAL" clId="{C07A6907-8D61-462A-9D18-492710938AE7}" dt="2026-09-03T13:46:40.917" v="3863" actId="478"/>
          <ac:spMkLst>
            <pc:docMk/>
            <pc:sldMk cId="3395741835" sldId="359"/>
            <ac:spMk id="3" creationId="{E95554AC-FC14-4D3A-8932-2629E67D5A4D}"/>
          </ac:spMkLst>
        </pc:spChg>
        <pc:spChg chg="mod">
          <ac:chgData name="Olivia Haley" userId="637a0c4f-b3fe-4c22-a93a-99cd99483233" providerId="ADAL" clId="{C07A6907-8D61-462A-9D18-492710938AE7}" dt="2026-09-03T14:06:10.795" v="4036" actId="20577"/>
          <ac:spMkLst>
            <pc:docMk/>
            <pc:sldMk cId="3395741835" sldId="359"/>
            <ac:spMk id="4" creationId="{4F29F897-5AE7-383B-8D3D-25DCB5455F50}"/>
          </ac:spMkLst>
        </pc:spChg>
        <pc:spChg chg="del">
          <ac:chgData name="Olivia Haley" userId="637a0c4f-b3fe-4c22-a93a-99cd99483233" providerId="ADAL" clId="{C07A6907-8D61-462A-9D18-492710938AE7}" dt="2026-09-03T13:31:46.574" v="3828" actId="478"/>
          <ac:spMkLst>
            <pc:docMk/>
            <pc:sldMk cId="3395741835" sldId="359"/>
            <ac:spMk id="5" creationId="{25F09660-A0FA-D702-F7DF-EC427EA8D52D}"/>
          </ac:spMkLst>
        </pc:spChg>
        <pc:spChg chg="del">
          <ac:chgData name="Olivia Haley" userId="637a0c4f-b3fe-4c22-a93a-99cd99483233" providerId="ADAL" clId="{C07A6907-8D61-462A-9D18-492710938AE7}" dt="2026-09-03T13:31:45.631" v="3827" actId="478"/>
          <ac:spMkLst>
            <pc:docMk/>
            <pc:sldMk cId="3395741835" sldId="359"/>
            <ac:spMk id="7" creationId="{BEE9012E-F100-CBFE-57C3-7F2A3ADB0CDE}"/>
          </ac:spMkLst>
        </pc:spChg>
        <pc:spChg chg="add del mod">
          <ac:chgData name="Olivia Haley" userId="637a0c4f-b3fe-4c22-a93a-99cd99483233" providerId="ADAL" clId="{C07A6907-8D61-462A-9D18-492710938AE7}" dt="2026-09-03T13:31:48.334" v="3829" actId="478"/>
          <ac:spMkLst>
            <pc:docMk/>
            <pc:sldMk cId="3395741835" sldId="359"/>
            <ac:spMk id="8" creationId="{3561551A-1D39-C01A-0204-47376775F75C}"/>
          </ac:spMkLst>
        </pc:spChg>
        <pc:spChg chg="add del mod">
          <ac:chgData name="Olivia Haley" userId="637a0c4f-b3fe-4c22-a93a-99cd99483233" providerId="ADAL" clId="{C07A6907-8D61-462A-9D18-492710938AE7}" dt="2026-09-03T13:31:49.773" v="3830" actId="478"/>
          <ac:spMkLst>
            <pc:docMk/>
            <pc:sldMk cId="3395741835" sldId="359"/>
            <ac:spMk id="10" creationId="{F59B6F71-F161-B22E-4EF2-39088DC6244A}"/>
          </ac:spMkLst>
        </pc:spChg>
        <pc:spChg chg="add del mod">
          <ac:chgData name="Olivia Haley" userId="637a0c4f-b3fe-4c22-a93a-99cd99483233" providerId="ADAL" clId="{C07A6907-8D61-462A-9D18-492710938AE7}" dt="2026-09-03T13:31:55.604" v="3833" actId="478"/>
          <ac:spMkLst>
            <pc:docMk/>
            <pc:sldMk cId="3395741835" sldId="359"/>
            <ac:spMk id="11" creationId="{AF31D18F-E8C1-9CFD-43F9-7F9D0A45C357}"/>
          </ac:spMkLst>
        </pc:spChg>
        <pc:spChg chg="add del mod">
          <ac:chgData name="Olivia Haley" userId="637a0c4f-b3fe-4c22-a93a-99cd99483233" providerId="ADAL" clId="{C07A6907-8D61-462A-9D18-492710938AE7}" dt="2026-09-03T13:31:55.604" v="3835"/>
          <ac:spMkLst>
            <pc:docMk/>
            <pc:sldMk cId="3395741835" sldId="359"/>
            <ac:spMk id="12" creationId="{103F26DF-8A97-1537-9F4F-5B24F6358CDF}"/>
          </ac:spMkLst>
        </pc:spChg>
        <pc:spChg chg="add del mod">
          <ac:chgData name="Olivia Haley" userId="637a0c4f-b3fe-4c22-a93a-99cd99483233" providerId="ADAL" clId="{C07A6907-8D61-462A-9D18-492710938AE7}" dt="2026-09-03T13:32:00.582" v="3841"/>
          <ac:spMkLst>
            <pc:docMk/>
            <pc:sldMk cId="3395741835" sldId="359"/>
            <ac:spMk id="13" creationId="{8C4C6315-6A4F-A52D-1360-D266C95B2D08}"/>
          </ac:spMkLst>
        </pc:spChg>
        <pc:spChg chg="add mod">
          <ac:chgData name="Olivia Haley" userId="637a0c4f-b3fe-4c22-a93a-99cd99483233" providerId="ADAL" clId="{C07A6907-8D61-462A-9D18-492710938AE7}" dt="2026-09-03T14:06:25.134" v="4042" actId="20577"/>
          <ac:spMkLst>
            <pc:docMk/>
            <pc:sldMk cId="3395741835" sldId="359"/>
            <ac:spMk id="17" creationId="{7927CC26-68B4-5E4D-71F5-5AB2AC39BD05}"/>
          </ac:spMkLst>
        </pc:spChg>
        <pc:spChg chg="add del mod">
          <ac:chgData name="Olivia Haley" userId="637a0c4f-b3fe-4c22-a93a-99cd99483233" providerId="ADAL" clId="{C07A6907-8D61-462A-9D18-492710938AE7}" dt="2026-09-03T14:05:50.191" v="3985" actId="478"/>
          <ac:spMkLst>
            <pc:docMk/>
            <pc:sldMk cId="3395741835" sldId="359"/>
            <ac:spMk id="24" creationId="{C34B11C6-13A9-49E3-4708-05484F88BB9B}"/>
          </ac:spMkLst>
        </pc:spChg>
        <pc:spChg chg="add del mod">
          <ac:chgData name="Olivia Haley" userId="637a0c4f-b3fe-4c22-a93a-99cd99483233" providerId="ADAL" clId="{C07A6907-8D61-462A-9D18-492710938AE7}" dt="2026-09-03T14:05:47.419" v="3982" actId="478"/>
          <ac:spMkLst>
            <pc:docMk/>
            <pc:sldMk cId="3395741835" sldId="359"/>
            <ac:spMk id="26" creationId="{96A72DF8-F171-1CCF-74B9-A4DB4CC3B3AF}"/>
          </ac:spMkLst>
        </pc:spChg>
        <pc:spChg chg="add del mod">
          <ac:chgData name="Olivia Haley" userId="637a0c4f-b3fe-4c22-a93a-99cd99483233" providerId="ADAL" clId="{C07A6907-8D61-462A-9D18-492710938AE7}" dt="2026-09-03T14:05:55.490" v="3994"/>
          <ac:spMkLst>
            <pc:docMk/>
            <pc:sldMk cId="3395741835" sldId="359"/>
            <ac:spMk id="27" creationId="{340BB6C6-D4B2-D391-CA9B-5E82EE7936C7}"/>
          </ac:spMkLst>
        </pc:spChg>
        <pc:spChg chg="add del mod">
          <ac:chgData name="Olivia Haley" userId="637a0c4f-b3fe-4c22-a93a-99cd99483233" providerId="ADAL" clId="{C07A6907-8D61-462A-9D18-492710938AE7}" dt="2026-09-03T14:05:55.490" v="3992" actId="478"/>
          <ac:spMkLst>
            <pc:docMk/>
            <pc:sldMk cId="3395741835" sldId="359"/>
            <ac:spMk id="28" creationId="{2C69674E-CE24-D24A-19AD-F5E0125E8786}"/>
          </ac:spMkLst>
        </pc:spChg>
        <pc:spChg chg="del">
          <ac:chgData name="Olivia Haley" userId="637a0c4f-b3fe-4c22-a93a-99cd99483233" providerId="ADAL" clId="{C07A6907-8D61-462A-9D18-492710938AE7}" dt="2026-09-03T13:31:45.631" v="3827" actId="478"/>
          <ac:spMkLst>
            <pc:docMk/>
            <pc:sldMk cId="3395741835" sldId="359"/>
            <ac:spMk id="3075" creationId="{596F2768-3AD6-38FC-E9FA-E492392CC590}"/>
          </ac:spMkLst>
        </pc:spChg>
        <pc:picChg chg="add del mod">
          <ac:chgData name="Olivia Haley" userId="637a0c4f-b3fe-4c22-a93a-99cd99483233" providerId="ADAL" clId="{C07A6907-8D61-462A-9D18-492710938AE7}" dt="2026-09-03T14:05:48.436" v="3983" actId="478"/>
          <ac:picMkLst>
            <pc:docMk/>
            <pc:sldMk cId="3395741835" sldId="359"/>
            <ac:picMk id="15" creationId="{952DA16D-AC1C-42BE-4262-B0DAA1460485}"/>
          </ac:picMkLst>
        </pc:picChg>
        <pc:picChg chg="add del mod">
          <ac:chgData name="Olivia Haley" userId="637a0c4f-b3fe-4c22-a93a-99cd99483233" providerId="ADAL" clId="{C07A6907-8D61-462A-9D18-492710938AE7}" dt="2026-09-03T14:05:47.419" v="3982" actId="478"/>
          <ac:picMkLst>
            <pc:docMk/>
            <pc:sldMk cId="3395741835" sldId="359"/>
            <ac:picMk id="19" creationId="{B1DF9F24-B7CB-FC45-6ED3-C336F3A85C18}"/>
          </ac:picMkLst>
        </pc:picChg>
        <pc:picChg chg="add del mod">
          <ac:chgData name="Olivia Haley" userId="637a0c4f-b3fe-4c22-a93a-99cd99483233" providerId="ADAL" clId="{C07A6907-8D61-462A-9D18-492710938AE7}" dt="2026-09-03T14:05:47.419" v="3982" actId="478"/>
          <ac:picMkLst>
            <pc:docMk/>
            <pc:sldMk cId="3395741835" sldId="359"/>
            <ac:picMk id="21" creationId="{D610FC9B-6BD7-6B70-5953-56B089CA91A2}"/>
          </ac:picMkLst>
        </pc:picChg>
        <pc:picChg chg="add del mod">
          <ac:chgData name="Olivia Haley" userId="637a0c4f-b3fe-4c22-a93a-99cd99483233" providerId="ADAL" clId="{C07A6907-8D61-462A-9D18-492710938AE7}" dt="2026-09-03T14:05:47.419" v="3982" actId="478"/>
          <ac:picMkLst>
            <pc:docMk/>
            <pc:sldMk cId="3395741835" sldId="359"/>
            <ac:picMk id="23" creationId="{F9B44282-CD71-A9B1-BDD9-89EDC1CD8FD1}"/>
          </ac:picMkLst>
        </pc:picChg>
        <pc:picChg chg="add del mod">
          <ac:chgData name="Olivia Haley" userId="637a0c4f-b3fe-4c22-a93a-99cd99483233" providerId="ADAL" clId="{C07A6907-8D61-462A-9D18-492710938AE7}" dt="2026-09-03T14:05:47.419" v="3982" actId="478"/>
          <ac:picMkLst>
            <pc:docMk/>
            <pc:sldMk cId="3395741835" sldId="359"/>
            <ac:picMk id="25" creationId="{A9E15F1F-C295-1B24-5C7B-CE2E7E2CEE03}"/>
          </ac:picMkLst>
        </pc:picChg>
      </pc:sldChg>
      <pc:sldChg chg="addSp delSp modSp add mod">
        <pc:chgData name="Olivia Haley" userId="637a0c4f-b3fe-4c22-a93a-99cd99483233" providerId="ADAL" clId="{C07A6907-8D61-462A-9D18-492710938AE7}" dt="2026-09-03T13:54:13.227" v="3956" actId="14100"/>
        <pc:sldMkLst>
          <pc:docMk/>
          <pc:sldMk cId="1191077570" sldId="360"/>
        </pc:sldMkLst>
        <pc:spChg chg="del">
          <ac:chgData name="Olivia Haley" userId="637a0c4f-b3fe-4c22-a93a-99cd99483233" providerId="ADAL" clId="{C07A6907-8D61-462A-9D18-492710938AE7}" dt="2026-09-03T13:54:00.443" v="3947" actId="478"/>
          <ac:spMkLst>
            <pc:docMk/>
            <pc:sldMk cId="1191077570" sldId="360"/>
            <ac:spMk id="17" creationId="{A3056E6B-2E69-8AB1-20E2-E8C2D4F9CBEC}"/>
          </ac:spMkLst>
        </pc:spChg>
        <pc:spChg chg="del">
          <ac:chgData name="Olivia Haley" userId="637a0c4f-b3fe-4c22-a93a-99cd99483233" providerId="ADAL" clId="{C07A6907-8D61-462A-9D18-492710938AE7}" dt="2026-09-03T13:53:57.258" v="3945" actId="478"/>
          <ac:spMkLst>
            <pc:docMk/>
            <pc:sldMk cId="1191077570" sldId="360"/>
            <ac:spMk id="24" creationId="{22979343-D589-17FF-F40D-3B2B931FFC1D}"/>
          </ac:spMkLst>
        </pc:spChg>
        <pc:picChg chg="add mod">
          <ac:chgData name="Olivia Haley" userId="637a0c4f-b3fe-4c22-a93a-99cd99483233" providerId="ADAL" clId="{C07A6907-8D61-462A-9D18-492710938AE7}" dt="2026-09-03T13:54:10.488" v="3955" actId="1076"/>
          <ac:picMkLst>
            <pc:docMk/>
            <pc:sldMk cId="1191077570" sldId="360"/>
            <ac:picMk id="5" creationId="{6424A31F-A22C-B48D-FC07-F3A7E09596E5}"/>
          </ac:picMkLst>
        </pc:picChg>
        <pc:picChg chg="del">
          <ac:chgData name="Olivia Haley" userId="637a0c4f-b3fe-4c22-a93a-99cd99483233" providerId="ADAL" clId="{C07A6907-8D61-462A-9D18-492710938AE7}" dt="2026-09-03T13:53:55.218" v="3944" actId="478"/>
          <ac:picMkLst>
            <pc:docMk/>
            <pc:sldMk cId="1191077570" sldId="360"/>
            <ac:picMk id="15" creationId="{D4BF470F-18B6-365D-71A6-30E665F2E554}"/>
          </ac:picMkLst>
        </pc:picChg>
        <pc:picChg chg="mod">
          <ac:chgData name="Olivia Haley" userId="637a0c4f-b3fe-4c22-a93a-99cd99483233" providerId="ADAL" clId="{C07A6907-8D61-462A-9D18-492710938AE7}" dt="2026-09-03T13:54:13.227" v="3956" actId="14100"/>
          <ac:picMkLst>
            <pc:docMk/>
            <pc:sldMk cId="1191077570" sldId="360"/>
            <ac:picMk id="19" creationId="{B821023D-42FE-A617-E59C-D25AF982E862}"/>
          </ac:picMkLst>
        </pc:picChg>
        <pc:picChg chg="del">
          <ac:chgData name="Olivia Haley" userId="637a0c4f-b3fe-4c22-a93a-99cd99483233" providerId="ADAL" clId="{C07A6907-8D61-462A-9D18-492710938AE7}" dt="2026-09-03T13:53:54.650" v="3943" actId="478"/>
          <ac:picMkLst>
            <pc:docMk/>
            <pc:sldMk cId="1191077570" sldId="360"/>
            <ac:picMk id="21" creationId="{AA38C6E3-F429-6A19-DE65-C33FE2627F6B}"/>
          </ac:picMkLst>
        </pc:picChg>
        <pc:picChg chg="del">
          <ac:chgData name="Olivia Haley" userId="637a0c4f-b3fe-4c22-a93a-99cd99483233" providerId="ADAL" clId="{C07A6907-8D61-462A-9D18-492710938AE7}" dt="2026-09-03T13:53:53.172" v="3942" actId="478"/>
          <ac:picMkLst>
            <pc:docMk/>
            <pc:sldMk cId="1191077570" sldId="360"/>
            <ac:picMk id="23" creationId="{C2E424F9-C8DA-F106-4DED-ABB25439DE7D}"/>
          </ac:picMkLst>
        </pc:picChg>
      </pc:sldChg>
      <pc:sldChg chg="delSp modSp new mod ord">
        <pc:chgData name="Olivia Haley" userId="637a0c4f-b3fe-4c22-a93a-99cd99483233" providerId="ADAL" clId="{C07A6907-8D61-462A-9D18-492710938AE7}" dt="2026-09-03T14:05:33.196" v="3975" actId="478"/>
        <pc:sldMkLst>
          <pc:docMk/>
          <pc:sldMk cId="1837365163" sldId="361"/>
        </pc:sldMkLst>
        <pc:spChg chg="mod">
          <ac:chgData name="Olivia Haley" userId="637a0c4f-b3fe-4c22-a93a-99cd99483233" providerId="ADAL" clId="{C07A6907-8D61-462A-9D18-492710938AE7}" dt="2026-09-03T14:05:31.867" v="3974" actId="20577"/>
          <ac:spMkLst>
            <pc:docMk/>
            <pc:sldMk cId="1837365163" sldId="361"/>
            <ac:spMk id="2" creationId="{3875350A-11BE-EFF4-E5BF-322BD66233B2}"/>
          </ac:spMkLst>
        </pc:spChg>
        <pc:spChg chg="del">
          <ac:chgData name="Olivia Haley" userId="637a0c4f-b3fe-4c22-a93a-99cd99483233" providerId="ADAL" clId="{C07A6907-8D61-462A-9D18-492710938AE7}" dt="2026-09-03T14:05:33.196" v="3975" actId="478"/>
          <ac:spMkLst>
            <pc:docMk/>
            <pc:sldMk cId="1837365163" sldId="361"/>
            <ac:spMk id="3" creationId="{C5628E94-58EC-6857-4680-9F72EF67D817}"/>
          </ac:spMkLst>
        </pc:spChg>
      </pc:sldChg>
      <pc:sldChg chg="add del">
        <pc:chgData name="Olivia Haley" userId="637a0c4f-b3fe-4c22-a93a-99cd99483233" providerId="ADAL" clId="{C07A6907-8D61-462A-9D18-492710938AE7}" dt="2026-09-03T14:05:20.894" v="3963" actId="47"/>
        <pc:sldMkLst>
          <pc:docMk/>
          <pc:sldMk cId="3374923468" sldId="361"/>
        </pc:sldMkLst>
      </pc:sldChg>
      <pc:sldChg chg="delSp modSp add mod">
        <pc:chgData name="Olivia Haley" userId="637a0c4f-b3fe-4c22-a93a-99cd99483233" providerId="ADAL" clId="{C07A6907-8D61-462A-9D18-492710938AE7}" dt="2026-09-03T14:09:07.017" v="4070" actId="1076"/>
        <pc:sldMkLst>
          <pc:docMk/>
          <pc:sldMk cId="3873712584" sldId="362"/>
        </pc:sldMkLst>
        <pc:spChg chg="del">
          <ac:chgData name="Olivia Haley" userId="637a0c4f-b3fe-4c22-a93a-99cd99483233" providerId="ADAL" clId="{C07A6907-8D61-462A-9D18-492710938AE7}" dt="2026-09-03T14:08:45.895" v="4061" actId="478"/>
          <ac:spMkLst>
            <pc:docMk/>
            <pc:sldMk cId="3873712584" sldId="362"/>
            <ac:spMk id="17" creationId="{783DD4EF-A606-318A-F762-B71084897C59}"/>
          </ac:spMkLst>
        </pc:spChg>
        <pc:picChg chg="mod">
          <ac:chgData name="Olivia Haley" userId="637a0c4f-b3fe-4c22-a93a-99cd99483233" providerId="ADAL" clId="{C07A6907-8D61-462A-9D18-492710938AE7}" dt="2026-09-03T14:08:55.401" v="4064" actId="14100"/>
          <ac:picMkLst>
            <pc:docMk/>
            <pc:sldMk cId="3873712584" sldId="362"/>
            <ac:picMk id="15" creationId="{CB5583A2-D497-7E70-EE97-E345C8E311D3}"/>
          </ac:picMkLst>
        </pc:picChg>
        <pc:picChg chg="mod">
          <ac:chgData name="Olivia Haley" userId="637a0c4f-b3fe-4c22-a93a-99cd99483233" providerId="ADAL" clId="{C07A6907-8D61-462A-9D18-492710938AE7}" dt="2026-09-03T14:08:58.298" v="4066" actId="1076"/>
          <ac:picMkLst>
            <pc:docMk/>
            <pc:sldMk cId="3873712584" sldId="362"/>
            <ac:picMk id="19" creationId="{ED14D7CB-C738-E821-9297-4EF02AF7B0F7}"/>
          </ac:picMkLst>
        </pc:picChg>
        <pc:picChg chg="mod">
          <ac:chgData name="Olivia Haley" userId="637a0c4f-b3fe-4c22-a93a-99cd99483233" providerId="ADAL" clId="{C07A6907-8D61-462A-9D18-492710938AE7}" dt="2026-09-03T14:09:07.017" v="4070" actId="1076"/>
          <ac:picMkLst>
            <pc:docMk/>
            <pc:sldMk cId="3873712584" sldId="362"/>
            <ac:picMk id="21" creationId="{83121FEE-9F8E-B1E2-E372-72F9E1797B44}"/>
          </ac:picMkLst>
        </pc:picChg>
        <pc:picChg chg="mod">
          <ac:chgData name="Olivia Haley" userId="637a0c4f-b3fe-4c22-a93a-99cd99483233" providerId="ADAL" clId="{C07A6907-8D61-462A-9D18-492710938AE7}" dt="2026-09-03T14:09:03.059" v="4068" actId="1076"/>
          <ac:picMkLst>
            <pc:docMk/>
            <pc:sldMk cId="3873712584" sldId="362"/>
            <ac:picMk id="23" creationId="{E57985C1-7143-E628-5A3E-61E41332191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FF91AF31-9937-0B4D-B7C8-98BB6F4BB57D}" type="datetimeFigureOut">
              <a:rPr lang="en-US" smtClean="0"/>
              <a:pPr/>
              <a:t>9/3/2026</a:t>
            </a:fld>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FF1726E-7943-E44A-8242-84AD40B9C21A}" type="slidenum">
              <a:rPr lang="en-US" smtClean="0"/>
              <a:pPr/>
              <a:t>‹#›</a:t>
            </a:fld>
            <a:endParaRPr lang="en-US" dirty="0"/>
          </a:p>
        </p:txBody>
      </p:sp>
    </p:spTree>
    <p:extLst>
      <p:ext uri="{BB962C8B-B14F-4D97-AF65-F5344CB8AC3E}">
        <p14:creationId xmlns:p14="http://schemas.microsoft.com/office/powerpoint/2010/main" val="255378697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C3BA93E0-D2E8-D848-8678-B3234D4C3A99}" type="datetimeFigureOut">
              <a:rPr lang="en-US" smtClean="0"/>
              <a:pPr/>
              <a:t>9/3/2026</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43D88F83-E83A-7349-B429-EEE9E35B1F8F}" type="slidenum">
              <a:rPr lang="en-US" smtClean="0"/>
              <a:pPr/>
              <a:t>‹#›</a:t>
            </a:fld>
            <a:endParaRPr lang="en-US" dirty="0"/>
          </a:p>
        </p:txBody>
      </p:sp>
    </p:spTree>
    <p:extLst>
      <p:ext uri="{BB962C8B-B14F-4D97-AF65-F5344CB8AC3E}">
        <p14:creationId xmlns:p14="http://schemas.microsoft.com/office/powerpoint/2010/main" val="366151550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21948-E612-7272-EAA0-38DE76A453A8}"/>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2B2DB27B-0279-F4D8-AB85-6806BBD17394}"/>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2</a:t>
            </a:fld>
            <a:endParaRPr lang="en-US" dirty="0"/>
          </a:p>
        </p:txBody>
      </p:sp>
      <p:sp>
        <p:nvSpPr>
          <p:cNvPr id="16387" name="Rectangle 2">
            <a:extLst>
              <a:ext uri="{FF2B5EF4-FFF2-40B4-BE49-F238E27FC236}">
                <a16:creationId xmlns:a16="http://schemas.microsoft.com/office/drawing/2014/main" id="{376F397A-22B7-A591-B3AC-EE95270B53DC}"/>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A3D8B77A-0C1A-50D2-9EDA-A0623AB88597}"/>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2357508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E034-AAD7-606D-E91E-5AFD171AF78B}"/>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FEC0B5CA-C257-E3C3-48EE-49015F442C6C}"/>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3</a:t>
            </a:fld>
            <a:endParaRPr lang="en-US" dirty="0"/>
          </a:p>
        </p:txBody>
      </p:sp>
      <p:sp>
        <p:nvSpPr>
          <p:cNvPr id="16387" name="Rectangle 2">
            <a:extLst>
              <a:ext uri="{FF2B5EF4-FFF2-40B4-BE49-F238E27FC236}">
                <a16:creationId xmlns:a16="http://schemas.microsoft.com/office/drawing/2014/main" id="{B716C675-28C7-24D6-6D13-40E5E3264092}"/>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0AF6DA16-11D0-2E2B-3A64-1824FC85A0F8}"/>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3583572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2D72-C135-E420-23BF-2DD1D2E162E1}"/>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6E407C04-2F29-3F80-6215-E5C105979E54}"/>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4</a:t>
            </a:fld>
            <a:endParaRPr lang="en-US" dirty="0"/>
          </a:p>
        </p:txBody>
      </p:sp>
      <p:sp>
        <p:nvSpPr>
          <p:cNvPr id="16387" name="Rectangle 2">
            <a:extLst>
              <a:ext uri="{FF2B5EF4-FFF2-40B4-BE49-F238E27FC236}">
                <a16:creationId xmlns:a16="http://schemas.microsoft.com/office/drawing/2014/main" id="{2CA90B35-67C3-C8E0-87C5-275F3E5423F8}"/>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B5A84C47-A2DF-450A-187E-8F30E35E5132}"/>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1609256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6D4EB-B0F0-F2B6-17DF-9CA4B3C96324}"/>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E4016285-802C-5898-12E6-CD61CE61915D}"/>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5</a:t>
            </a:fld>
            <a:endParaRPr lang="en-US" dirty="0"/>
          </a:p>
        </p:txBody>
      </p:sp>
      <p:sp>
        <p:nvSpPr>
          <p:cNvPr id="16387" name="Rectangle 2">
            <a:extLst>
              <a:ext uri="{FF2B5EF4-FFF2-40B4-BE49-F238E27FC236}">
                <a16:creationId xmlns:a16="http://schemas.microsoft.com/office/drawing/2014/main" id="{7A64079E-65A3-2E60-3ACC-4C3B0FA605FA}"/>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51CBA19E-0B04-EE1D-A809-F77CE964CC95}"/>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3175727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6C436-4582-24AE-41BA-1D426619BEF6}"/>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29B4A26D-A01E-9623-B103-9E7B8E50EC5E}"/>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6</a:t>
            </a:fld>
            <a:endParaRPr lang="en-US" dirty="0"/>
          </a:p>
        </p:txBody>
      </p:sp>
      <p:sp>
        <p:nvSpPr>
          <p:cNvPr id="16387" name="Rectangle 2">
            <a:extLst>
              <a:ext uri="{FF2B5EF4-FFF2-40B4-BE49-F238E27FC236}">
                <a16:creationId xmlns:a16="http://schemas.microsoft.com/office/drawing/2014/main" id="{EBACFAD9-19E8-24E9-D81F-6674AC2A25AA}"/>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0B5E3084-421F-2E7E-C8A7-7DE1AA56D44A}"/>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1515462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985FC-A2FD-D5DA-4384-EBEE42AB8C95}"/>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1A3D2089-4939-1976-3A35-4BD2F333B3B1}"/>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7</a:t>
            </a:fld>
            <a:endParaRPr lang="en-US" dirty="0"/>
          </a:p>
        </p:txBody>
      </p:sp>
      <p:sp>
        <p:nvSpPr>
          <p:cNvPr id="16387" name="Rectangle 2">
            <a:extLst>
              <a:ext uri="{FF2B5EF4-FFF2-40B4-BE49-F238E27FC236}">
                <a16:creationId xmlns:a16="http://schemas.microsoft.com/office/drawing/2014/main" id="{220B98B0-46CD-1037-956C-AB2C63204CF8}"/>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7275F9AA-D3A7-5211-EB54-40767609C83A}"/>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2802119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98EF-98DC-CA10-765B-1DFF8240E764}"/>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D70987C7-17ED-322B-BD7D-B996B5A459A9}"/>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8</a:t>
            </a:fld>
            <a:endParaRPr lang="en-US" dirty="0"/>
          </a:p>
        </p:txBody>
      </p:sp>
      <p:sp>
        <p:nvSpPr>
          <p:cNvPr id="16387" name="Rectangle 2">
            <a:extLst>
              <a:ext uri="{FF2B5EF4-FFF2-40B4-BE49-F238E27FC236}">
                <a16:creationId xmlns:a16="http://schemas.microsoft.com/office/drawing/2014/main" id="{84D97300-880D-5823-A8B4-5B89FA798B53}"/>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FB7D9769-F456-DE90-CF8B-EF9D64E85C2D}"/>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118570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A11ED-AD1B-6CDB-D30C-D3D938A72D5F}"/>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EA71BDA3-03EC-07DF-3D5E-F80696748F59}"/>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9</a:t>
            </a:fld>
            <a:endParaRPr lang="en-US" dirty="0"/>
          </a:p>
        </p:txBody>
      </p:sp>
      <p:sp>
        <p:nvSpPr>
          <p:cNvPr id="16387" name="Rectangle 2">
            <a:extLst>
              <a:ext uri="{FF2B5EF4-FFF2-40B4-BE49-F238E27FC236}">
                <a16:creationId xmlns:a16="http://schemas.microsoft.com/office/drawing/2014/main" id="{6B845A25-0C90-2190-D735-CE055E69E57B}"/>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2DB68918-8752-F37E-1B5C-4849408B872B}"/>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3359064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8CFC4-1CD9-25C6-B1EC-43BD3CCDE9F4}"/>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D17829D9-B04A-68FD-4D49-075C5CF95D68}"/>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10</a:t>
            </a:fld>
            <a:endParaRPr lang="en-US" dirty="0"/>
          </a:p>
        </p:txBody>
      </p:sp>
      <p:sp>
        <p:nvSpPr>
          <p:cNvPr id="16387" name="Rectangle 2">
            <a:extLst>
              <a:ext uri="{FF2B5EF4-FFF2-40B4-BE49-F238E27FC236}">
                <a16:creationId xmlns:a16="http://schemas.microsoft.com/office/drawing/2014/main" id="{6803B3AD-36E6-3E70-6EF9-880962CC2DCB}"/>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FB7E21C3-E55E-298C-C67D-FD802685A4A8}"/>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2383411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5A6DB-AF02-179F-483D-B30D8C487CE2}"/>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96C5E0B7-C6A5-8A52-CC11-A45EF3AEA3D9}"/>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12</a:t>
            </a:fld>
            <a:endParaRPr lang="en-US" dirty="0"/>
          </a:p>
        </p:txBody>
      </p:sp>
      <p:sp>
        <p:nvSpPr>
          <p:cNvPr id="16387" name="Rectangle 2">
            <a:extLst>
              <a:ext uri="{FF2B5EF4-FFF2-40B4-BE49-F238E27FC236}">
                <a16:creationId xmlns:a16="http://schemas.microsoft.com/office/drawing/2014/main" id="{7CDB42CB-02DF-B713-CF45-553A4C40AD04}"/>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0E3DE657-8DB6-638B-9703-822170AB1EB6}"/>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3694956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5E21-8965-E678-0437-FA230F889230}"/>
            </a:ext>
          </a:extLst>
        </p:cNvPr>
        <p:cNvGrpSpPr/>
        <p:nvPr/>
      </p:nvGrpSpPr>
      <p:grpSpPr>
        <a:xfrm>
          <a:off x="0" y="0"/>
          <a:ext cx="0" cy="0"/>
          <a:chOff x="0" y="0"/>
          <a:chExt cx="0" cy="0"/>
        </a:xfrm>
      </p:grpSpPr>
      <p:sp>
        <p:nvSpPr>
          <p:cNvPr id="16386" name="Rectangle 7">
            <a:extLst>
              <a:ext uri="{FF2B5EF4-FFF2-40B4-BE49-F238E27FC236}">
                <a16:creationId xmlns:a16="http://schemas.microsoft.com/office/drawing/2014/main" id="{5706075A-258E-C294-17C5-E69A028DDA92}"/>
              </a:ext>
            </a:extLst>
          </p:cNvPr>
          <p:cNvSpPr>
            <a:spLocks noGrp="1" noChangeArrowheads="1"/>
          </p:cNvSpPr>
          <p:nvPr>
            <p:ph type="sldNum" sz="quarter" idx="5"/>
          </p:nvPr>
        </p:nvSpPr>
        <p:spPr>
          <a:noFill/>
          <a:ln>
            <a:miter lim="800000"/>
            <a:headEnd/>
            <a:tailEnd/>
          </a:ln>
        </p:spPr>
        <p:txBody>
          <a:bodyPr/>
          <a:lstStyle/>
          <a:p>
            <a:fld id="{584BCC97-9664-D44E-8C49-6EA5BD392357}" type="slidenum">
              <a:rPr lang="en-US"/>
              <a:pPr/>
              <a:t>13</a:t>
            </a:fld>
            <a:endParaRPr lang="en-US" dirty="0"/>
          </a:p>
        </p:txBody>
      </p:sp>
      <p:sp>
        <p:nvSpPr>
          <p:cNvPr id="16387" name="Rectangle 2">
            <a:extLst>
              <a:ext uri="{FF2B5EF4-FFF2-40B4-BE49-F238E27FC236}">
                <a16:creationId xmlns:a16="http://schemas.microsoft.com/office/drawing/2014/main" id="{0D2169EB-FE67-20A6-9E66-10728CCE0383}"/>
              </a:ext>
            </a:extLst>
          </p:cNvPr>
          <p:cNvSpPr>
            <a:spLocks noGrp="1" noRot="1" noChangeAspect="1" noChangeArrowheads="1" noTextEdit="1"/>
          </p:cNvSpPr>
          <p:nvPr>
            <p:ph type="sldImg"/>
          </p:nvPr>
        </p:nvSpPr>
        <p:spPr>
          <a:xfrm>
            <a:off x="431800" y="692150"/>
            <a:ext cx="6146800" cy="3459163"/>
          </a:xfrm>
          <a:ln/>
        </p:spPr>
      </p:sp>
      <p:sp>
        <p:nvSpPr>
          <p:cNvPr id="16388" name="Rectangle 3">
            <a:extLst>
              <a:ext uri="{FF2B5EF4-FFF2-40B4-BE49-F238E27FC236}">
                <a16:creationId xmlns:a16="http://schemas.microsoft.com/office/drawing/2014/main" id="{7EBBE2F4-846C-FFBF-B927-D27B96AEC26F}"/>
              </a:ext>
            </a:extLst>
          </p:cNvPr>
          <p:cNvSpPr>
            <a:spLocks noGrp="1" noChangeArrowheads="1"/>
          </p:cNvSpPr>
          <p:nvPr>
            <p:ph type="body" idx="1"/>
          </p:nvPr>
        </p:nvSpPr>
        <p:spPr>
          <a:noFill/>
        </p:spPr>
        <p:txBody>
          <a:bodyPr/>
          <a:lstStyle/>
          <a:p>
            <a:pPr eaLnBrk="1" hangingPunct="1"/>
            <a:endParaRPr lang="en-GB" dirty="0"/>
          </a:p>
        </p:txBody>
      </p:sp>
    </p:spTree>
    <p:extLst>
      <p:ext uri="{BB962C8B-B14F-4D97-AF65-F5344CB8AC3E}">
        <p14:creationId xmlns:p14="http://schemas.microsoft.com/office/powerpoint/2010/main" val="5423626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0167" y="2146796"/>
            <a:ext cx="10703983" cy="1470025"/>
          </a:xfrm>
        </p:spPr>
        <p:txBody>
          <a:bodyPr lIns="0"/>
          <a:lstStyle>
            <a:lvl1pPr>
              <a:lnSpc>
                <a:spcPts val="4780"/>
              </a:lnSpc>
              <a:defRPr sz="3200" b="1" cap="none" baseline="0">
                <a:solidFill>
                  <a:schemeClr val="accent4"/>
                </a:solidFill>
              </a:defRPr>
            </a:lvl1pPr>
          </a:lstStyle>
          <a:p>
            <a:r>
              <a:rPr lang="en-US"/>
              <a:t>Click to edit Master title style</a:t>
            </a:r>
            <a:endParaRPr lang="en-US" dirty="0"/>
          </a:p>
        </p:txBody>
      </p:sp>
      <p:sp>
        <p:nvSpPr>
          <p:cNvPr id="3" name="Subtitle 2"/>
          <p:cNvSpPr>
            <a:spLocks noGrp="1"/>
          </p:cNvSpPr>
          <p:nvPr>
            <p:ph type="subTitle" idx="1"/>
          </p:nvPr>
        </p:nvSpPr>
        <p:spPr>
          <a:xfrm>
            <a:off x="910167" y="3728085"/>
            <a:ext cx="10703983" cy="603876"/>
          </a:xfrm>
        </p:spPr>
        <p:txBody>
          <a:bodyPr anchor="t">
            <a:normAutofit/>
          </a:bodyPr>
          <a:lstStyle>
            <a:lvl1pPr marL="0" indent="0" algn="l">
              <a:buNone/>
              <a:defRPr sz="1800">
                <a:solidFill>
                  <a:srgbClr val="6D6E7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rgbClr val="6D6E71"/>
                </a:solidFill>
              </a:defRPr>
            </a:lvl1pPr>
          </a:lstStyle>
          <a:p>
            <a:fld id="{2D58FDE4-EAD0-5E47-901F-86A26E2BD65C}" type="slidenum">
              <a:rPr lang="en-US" smtClean="0"/>
              <a:pPr/>
              <a:t>‹#›</a:t>
            </a:fld>
            <a:endParaRPr lang="en-US" dirty="0"/>
          </a:p>
        </p:txBody>
      </p:sp>
      <p:grpSp>
        <p:nvGrpSpPr>
          <p:cNvPr id="8" name="Group 7"/>
          <p:cNvGrpSpPr/>
          <p:nvPr userDrawn="1"/>
        </p:nvGrpSpPr>
        <p:grpSpPr>
          <a:xfrm>
            <a:off x="910167" y="3551071"/>
            <a:ext cx="10354733" cy="58904"/>
            <a:chOff x="244475" y="1007966"/>
            <a:chExt cx="8777606" cy="50923"/>
          </a:xfrm>
        </p:grpSpPr>
        <p:cxnSp>
          <p:nvCxnSpPr>
            <p:cNvPr id="9" name="Straight Connector 8"/>
            <p:cNvCxnSpPr/>
            <p:nvPr userDrawn="1"/>
          </p:nvCxnSpPr>
          <p:spPr>
            <a:xfrm>
              <a:off x="244475" y="1058889"/>
              <a:ext cx="8777606" cy="0"/>
            </a:xfrm>
            <a:prstGeom prst="line">
              <a:avLst/>
            </a:prstGeom>
            <a:ln w="28575">
              <a:solidFill>
                <a:srgbClr val="00853E"/>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244475" y="1032694"/>
              <a:ext cx="8777606" cy="0"/>
            </a:xfrm>
            <a:prstGeom prst="line">
              <a:avLst/>
            </a:prstGeom>
            <a:ln w="28575">
              <a:solidFill>
                <a:srgbClr val="8CC63F"/>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244475" y="1007966"/>
              <a:ext cx="8777606" cy="0"/>
            </a:xfrm>
            <a:prstGeom prst="line">
              <a:avLst/>
            </a:prstGeom>
            <a:ln w="28575">
              <a:solidFill>
                <a:srgbClr val="C1D72E"/>
              </a:solidFill>
            </a:ln>
            <a:effectLst/>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8D415216-4A7A-EAB3-2A29-29B2F5B99F33}"/>
              </a:ext>
            </a:extLst>
          </p:cNvPr>
          <p:cNvPicPr>
            <a:picLocks noChangeAspect="1"/>
          </p:cNvPicPr>
          <p:nvPr userDrawn="1"/>
        </p:nvPicPr>
        <p:blipFill>
          <a:blip r:embed="rId2"/>
          <a:srcRect/>
          <a:stretch/>
        </p:blipFill>
        <p:spPr>
          <a:xfrm>
            <a:off x="9695776" y="285082"/>
            <a:ext cx="1569124" cy="1227796"/>
          </a:xfrm>
          <a:prstGeom prst="rect">
            <a:avLst/>
          </a:prstGeom>
        </p:spPr>
      </p:pic>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3467" y="61198"/>
            <a:ext cx="9649884" cy="923052"/>
          </a:xfrm>
        </p:spPr>
        <p:txBody>
          <a:bodyPr/>
          <a:lstStyle>
            <a:lvl1pPr>
              <a:defRPr cap="none" baseline="0"/>
            </a:lvl1pPr>
          </a:lstStyle>
          <a:p>
            <a:r>
              <a:rPr lang="en-US"/>
              <a:t>Click to edit Master title style</a:t>
            </a:r>
            <a:endParaRPr lang="en-US" dirty="0"/>
          </a:p>
        </p:txBody>
      </p:sp>
      <p:sp>
        <p:nvSpPr>
          <p:cNvPr id="3" name="Content Placeholder 2"/>
          <p:cNvSpPr>
            <a:spLocks noGrp="1"/>
          </p:cNvSpPr>
          <p:nvPr>
            <p:ph idx="1"/>
          </p:nvPr>
        </p:nvSpPr>
        <p:spPr>
          <a:xfrm>
            <a:off x="910167" y="1341120"/>
            <a:ext cx="10617200" cy="4830764"/>
          </a:xfrm>
        </p:spPr>
        <p:txBody>
          <a:bodyPr/>
          <a:lstStyle>
            <a:lvl4pPr marL="514350" indent="-171450">
              <a:buFont typeface="Arial" pitchFamily="34" charset="0"/>
              <a:buChar cha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12"/>
          </p:nvPr>
        </p:nvSpPr>
        <p:spPr/>
        <p:txBody>
          <a:bodyPr/>
          <a:lstStyle>
            <a:lvl1pPr>
              <a:defRPr sz="1000">
                <a:solidFill>
                  <a:srgbClr val="6D6E71"/>
                </a:solidFill>
              </a:defRPr>
            </a:lvl1pPr>
          </a:lstStyle>
          <a:p>
            <a:fld id="{2D58FDE4-EAD0-5E47-901F-86A26E2BD65C}" type="slidenum">
              <a:rPr lang="en-US" smtClean="0"/>
              <a:pPr/>
              <a:t>‹#›</a:t>
            </a:fld>
            <a:endParaRPr lang="en-US" dirty="0"/>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lvl1pPr>
              <a:defRPr sz="1400"/>
            </a:lvl1pPr>
            <a:lvl2pPr>
              <a:defRPr sz="1400"/>
            </a:lvl2pPr>
            <a:lvl3pPr>
              <a:defRPr sz="1200"/>
            </a:lvl3pPr>
            <a:lvl4pPr>
              <a:defRPr sz="12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2D58FDE4-EAD0-5E47-901F-86A26E2BD65C}" type="slidenum">
              <a:rPr lang="en-US" smtClean="0"/>
              <a:pPr/>
              <a:t>‹#›</a:t>
            </a:fld>
            <a:endParaRPr lang="en-US" dirty="0"/>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4400" y="1636777"/>
            <a:ext cx="5218176" cy="4525963"/>
          </a:xfrm>
        </p:spPr>
        <p:txBody>
          <a:bodyPr>
            <a:normAutofit/>
          </a:bodyPr>
          <a:lstStyle>
            <a:lvl1pPr>
              <a:defRPr sz="1400"/>
            </a:lvl1pPr>
            <a:lvl2pPr>
              <a:defRPr sz="1400"/>
            </a:lvl2pPr>
            <a:lvl3pPr>
              <a:defRPr sz="1200"/>
            </a:lvl3pPr>
            <a:lvl4pPr>
              <a:defRPr sz="1200"/>
            </a:lvl4pPr>
            <a:lvl5pPr>
              <a:defRPr sz="105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0160" y="1636777"/>
            <a:ext cx="5222240" cy="4525963"/>
          </a:xfrm>
        </p:spPr>
        <p:txBody>
          <a:bodyPr>
            <a:normAutofit/>
          </a:bodyPr>
          <a:lstStyle>
            <a:lvl1pPr>
              <a:defRPr sz="1400"/>
            </a:lvl1pPr>
            <a:lvl2pPr>
              <a:defRPr sz="1400"/>
            </a:lvl2pPr>
            <a:lvl3pPr>
              <a:defRPr sz="1200"/>
            </a:lvl3pPr>
            <a:lvl4pPr>
              <a:defRPr sz="1200"/>
            </a:lvl4pPr>
            <a:lvl5pPr>
              <a:defRPr sz="105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2D58FDE4-EAD0-5E47-901F-86A26E2BD65C}" type="slidenum">
              <a:rPr lang="en-US" smtClean="0"/>
              <a:pPr/>
              <a:t>‹#›</a:t>
            </a:fld>
            <a:endParaRPr lang="en-US" dirty="0"/>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2D58FDE4-EAD0-5E47-901F-86A26E2BD65C}" type="slidenum">
              <a:rPr lang="en-US" smtClean="0"/>
              <a:pPr/>
              <a:t>‹#›</a:t>
            </a:fld>
            <a:endParaRPr lang="en-US" dirty="0"/>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 name="Group 19"/>
          <p:cNvGrpSpPr/>
          <p:nvPr userDrawn="1"/>
        </p:nvGrpSpPr>
        <p:grpSpPr>
          <a:xfrm>
            <a:off x="649817" y="1007966"/>
            <a:ext cx="10877551" cy="46928"/>
            <a:chOff x="244475" y="1007966"/>
            <a:chExt cx="8777606" cy="50923"/>
          </a:xfrm>
        </p:grpSpPr>
        <p:cxnSp>
          <p:nvCxnSpPr>
            <p:cNvPr id="12" name="Straight Connector 11"/>
            <p:cNvCxnSpPr/>
            <p:nvPr userDrawn="1"/>
          </p:nvCxnSpPr>
          <p:spPr>
            <a:xfrm>
              <a:off x="244475" y="1058889"/>
              <a:ext cx="8777606" cy="0"/>
            </a:xfrm>
            <a:prstGeom prst="line">
              <a:avLst/>
            </a:prstGeom>
            <a:ln w="28575">
              <a:solidFill>
                <a:srgbClr val="00853E"/>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244475" y="1032694"/>
              <a:ext cx="8777606" cy="0"/>
            </a:xfrm>
            <a:prstGeom prst="line">
              <a:avLst/>
            </a:prstGeom>
            <a:ln w="28575">
              <a:solidFill>
                <a:srgbClr val="8CC63F"/>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244475" y="1007966"/>
              <a:ext cx="8777606" cy="0"/>
            </a:xfrm>
            <a:prstGeom prst="line">
              <a:avLst/>
            </a:prstGeom>
            <a:ln w="28575">
              <a:solidFill>
                <a:srgbClr val="C1D72E"/>
              </a:solidFill>
            </a:ln>
            <a:effectLst/>
          </p:spPr>
          <p:style>
            <a:lnRef idx="2">
              <a:schemeClr val="accent1"/>
            </a:lnRef>
            <a:fillRef idx="0">
              <a:schemeClr val="accent1"/>
            </a:fillRef>
            <a:effectRef idx="1">
              <a:schemeClr val="accent1"/>
            </a:effectRef>
            <a:fontRef idx="minor">
              <a:schemeClr val="tx1"/>
            </a:fontRef>
          </p:style>
        </p:cxnSp>
      </p:grpSp>
      <p:sp>
        <p:nvSpPr>
          <p:cNvPr id="3" name="Text Placeholder 2"/>
          <p:cNvSpPr>
            <a:spLocks noGrp="1"/>
          </p:cNvSpPr>
          <p:nvPr>
            <p:ph type="body" idx="1"/>
          </p:nvPr>
        </p:nvSpPr>
        <p:spPr>
          <a:xfrm>
            <a:off x="914399" y="1636776"/>
            <a:ext cx="10612967" cy="4830764"/>
          </a:xfrm>
          <a:prstGeom prst="rect">
            <a:avLst/>
          </a:prstGeom>
        </p:spPr>
        <p:txBody>
          <a:bodyPr vert="horz" lIns="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x</a:t>
            </a:r>
          </a:p>
        </p:txBody>
      </p:sp>
      <p:sp>
        <p:nvSpPr>
          <p:cNvPr id="6" name="Slide Number Placeholder 5"/>
          <p:cNvSpPr>
            <a:spLocks noGrp="1"/>
          </p:cNvSpPr>
          <p:nvPr>
            <p:ph type="sldNum" sz="quarter" idx="4"/>
          </p:nvPr>
        </p:nvSpPr>
        <p:spPr>
          <a:xfrm>
            <a:off x="11191254" y="6497896"/>
            <a:ext cx="946737" cy="365125"/>
          </a:xfrm>
          <a:prstGeom prst="rect">
            <a:avLst/>
          </a:prstGeom>
        </p:spPr>
        <p:txBody>
          <a:bodyPr vert="horz" lIns="91440" tIns="45720" rIns="91440" bIns="45720" rtlCol="0" anchor="ctr"/>
          <a:lstStyle>
            <a:lvl1pPr algn="ctr">
              <a:defRPr sz="1000" b="1">
                <a:solidFill>
                  <a:srgbClr val="6D6E71"/>
                </a:solidFill>
                <a:latin typeface="Arial" pitchFamily="34" charset="0"/>
                <a:cs typeface="Arial" pitchFamily="34" charset="0"/>
              </a:defRPr>
            </a:lvl1pPr>
          </a:lstStyle>
          <a:p>
            <a:fld id="{2D58FDE4-EAD0-5E47-901F-86A26E2BD65C}" type="slidenum">
              <a:rPr lang="en-US" smtClean="0"/>
              <a:pPr/>
              <a:t>‹#›</a:t>
            </a:fld>
            <a:endParaRPr lang="en-US" dirty="0"/>
          </a:p>
        </p:txBody>
      </p:sp>
      <p:sp>
        <p:nvSpPr>
          <p:cNvPr id="2" name="Title Placeholder 1"/>
          <p:cNvSpPr>
            <a:spLocks noGrp="1"/>
          </p:cNvSpPr>
          <p:nvPr>
            <p:ph type="title"/>
          </p:nvPr>
        </p:nvSpPr>
        <p:spPr>
          <a:xfrm>
            <a:off x="643467" y="61198"/>
            <a:ext cx="9649884" cy="923052"/>
          </a:xfrm>
          <a:prstGeom prst="rect">
            <a:avLst/>
          </a:prstGeom>
        </p:spPr>
        <p:txBody>
          <a:bodyPr vert="horz" lIns="0" tIns="45720" rIns="91440" bIns="45720" rtlCol="0" anchor="b">
            <a:noAutofit/>
          </a:bodyPr>
          <a:lstStyle/>
          <a:p>
            <a:r>
              <a:rPr lang="en-US"/>
              <a:t>Click to edit Master title style</a:t>
            </a:r>
            <a:endParaRPr lang="en-US" dirty="0"/>
          </a:p>
        </p:txBody>
      </p:sp>
      <p:pic>
        <p:nvPicPr>
          <p:cNvPr id="5" name="Picture 4">
            <a:extLst>
              <a:ext uri="{FF2B5EF4-FFF2-40B4-BE49-F238E27FC236}">
                <a16:creationId xmlns:a16="http://schemas.microsoft.com/office/drawing/2014/main" id="{9967DFF5-2641-C470-5C0F-74BDFB6DED60}"/>
              </a:ext>
            </a:extLst>
          </p:cNvPr>
          <p:cNvPicPr>
            <a:picLocks noChangeAspect="1"/>
          </p:cNvPicPr>
          <p:nvPr userDrawn="1"/>
        </p:nvPicPr>
        <p:blipFill>
          <a:blip r:embed="rId7"/>
          <a:srcRect l="125" r="125"/>
          <a:stretch/>
        </p:blipFill>
        <p:spPr>
          <a:xfrm>
            <a:off x="10558021" y="152400"/>
            <a:ext cx="1019967" cy="8001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2" r:id="rId4"/>
    <p:sldLayoutId id="2147483654" r:id="rId5"/>
  </p:sldLayoutIdLst>
  <p:transition spd="slow">
    <p:fade/>
  </p:transition>
  <p:hf hdr="0" ftr="0" dt="0"/>
  <p:txStyles>
    <p:titleStyle>
      <a:lvl1pPr algn="l" defTabSz="457200" rtl="0" eaLnBrk="1" latinLnBrk="0" hangingPunct="1">
        <a:lnSpc>
          <a:spcPts val="2800"/>
        </a:lnSpc>
        <a:spcBef>
          <a:spcPct val="0"/>
        </a:spcBef>
        <a:buNone/>
        <a:defRPr sz="2400" b="1" kern="1200" cap="none" baseline="0">
          <a:solidFill>
            <a:srgbClr val="00853E"/>
          </a:solidFill>
          <a:latin typeface="Arial" pitchFamily="34" charset="0"/>
          <a:ea typeface="+mj-ea"/>
          <a:cs typeface="Arial" pitchFamily="34" charset="0"/>
        </a:defRPr>
      </a:lvl1pPr>
    </p:titleStyle>
    <p:bodyStyle>
      <a:lvl1pPr marL="0" indent="0" algn="l" defTabSz="457200" rtl="0" eaLnBrk="1" latinLnBrk="0" hangingPunct="1">
        <a:spcBef>
          <a:spcPts val="2400"/>
        </a:spcBef>
        <a:buClr>
          <a:srgbClr val="00853E"/>
        </a:buClr>
        <a:buFont typeface="Wingdings" charset="2"/>
        <a:buNone/>
        <a:defRPr sz="1400" b="1" u="none" kern="1200" baseline="0">
          <a:solidFill>
            <a:srgbClr val="00853E"/>
          </a:solidFill>
          <a:uFill>
            <a:solidFill>
              <a:srgbClr val="156B13"/>
            </a:solidFill>
          </a:uFill>
          <a:latin typeface="Arial" pitchFamily="34" charset="0"/>
          <a:ea typeface="+mn-ea"/>
          <a:cs typeface="Arial" pitchFamily="34" charset="0"/>
        </a:defRPr>
      </a:lvl1pPr>
      <a:lvl2pPr marL="171450" indent="-171450" algn="l" defTabSz="457200" rtl="0" eaLnBrk="1" latinLnBrk="0" hangingPunct="1">
        <a:spcBef>
          <a:spcPts val="1800"/>
        </a:spcBef>
        <a:buClr>
          <a:srgbClr val="00853E"/>
        </a:buClr>
        <a:buSzPct val="110000"/>
        <a:buFont typeface="Wingdings" pitchFamily="2" charset="2"/>
        <a:buChar char="§"/>
        <a:defRPr sz="1400" kern="1200">
          <a:solidFill>
            <a:srgbClr val="6D6E71"/>
          </a:solidFill>
          <a:latin typeface="Arial" pitchFamily="34" charset="0"/>
          <a:ea typeface="+mn-ea"/>
          <a:cs typeface="Arial" pitchFamily="34" charset="0"/>
        </a:defRPr>
      </a:lvl2pPr>
      <a:lvl3pPr marL="342900" indent="-171450" algn="l" defTabSz="457200" rtl="0" eaLnBrk="1" latinLnBrk="0" hangingPunct="1">
        <a:spcBef>
          <a:spcPts val="600"/>
        </a:spcBef>
        <a:buClr>
          <a:schemeClr val="accent4"/>
        </a:buClr>
        <a:buFont typeface="Trebuchet MS" pitchFamily="34" charset="0"/>
        <a:buChar char="—"/>
        <a:defRPr sz="1200" kern="1200">
          <a:solidFill>
            <a:srgbClr val="6D6E71"/>
          </a:solidFill>
          <a:latin typeface="Arial" pitchFamily="34" charset="0"/>
          <a:ea typeface="+mn-ea"/>
          <a:cs typeface="Arial" pitchFamily="34" charset="0"/>
        </a:defRPr>
      </a:lvl3pPr>
      <a:lvl4pPr marL="514350" indent="-171450" algn="l" defTabSz="457200" rtl="0" eaLnBrk="1" latinLnBrk="0" hangingPunct="1">
        <a:spcBef>
          <a:spcPts val="600"/>
        </a:spcBef>
        <a:buClr>
          <a:schemeClr val="accent4"/>
        </a:buClr>
        <a:buFont typeface="Arial" pitchFamily="34" charset="0"/>
        <a:buChar char="−"/>
        <a:defRPr sz="1200" kern="1200">
          <a:solidFill>
            <a:srgbClr val="6D6E71"/>
          </a:solidFill>
          <a:latin typeface="Arial" pitchFamily="34" charset="0"/>
          <a:ea typeface="+mn-ea"/>
          <a:cs typeface="Arial" pitchFamily="34" charset="0"/>
        </a:defRPr>
      </a:lvl4pPr>
      <a:lvl5pPr marL="855663" indent="-166688" algn="l" defTabSz="457200" rtl="0" eaLnBrk="1" latinLnBrk="0" hangingPunct="1">
        <a:spcBef>
          <a:spcPct val="20000"/>
        </a:spcBef>
        <a:buClr>
          <a:schemeClr val="accent4"/>
        </a:buClr>
        <a:buFont typeface="Arial" pitchFamily="34" charset="0"/>
        <a:buChar char="−"/>
        <a:defRPr sz="1050" kern="1200">
          <a:solidFill>
            <a:srgbClr val="6D6E71"/>
          </a:solidFill>
          <a:latin typeface="Arial" pitchFamily="34" charset="0"/>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910167" y="2616751"/>
            <a:ext cx="9623721" cy="812249"/>
          </a:xfrm>
        </p:spPr>
        <p:txBody>
          <a:bodyPr/>
          <a:lstStyle/>
          <a:p>
            <a:r>
              <a:rPr lang="en-US" dirty="0"/>
              <a:t>Lyle’s Brand Performance Intelligence Agent</a:t>
            </a:r>
          </a:p>
        </p:txBody>
      </p:sp>
      <p:sp>
        <p:nvSpPr>
          <p:cNvPr id="6" name="Subtitle 5"/>
          <p:cNvSpPr>
            <a:spLocks noGrp="1"/>
          </p:cNvSpPr>
          <p:nvPr>
            <p:ph type="subTitle" idx="1"/>
          </p:nvPr>
        </p:nvSpPr>
        <p:spPr>
          <a:xfrm>
            <a:off x="910167" y="3909240"/>
            <a:ext cx="10703983" cy="1163092"/>
          </a:xfrm>
        </p:spPr>
        <p:txBody>
          <a:bodyPr>
            <a:normAutofit/>
          </a:bodyPr>
          <a:lstStyle/>
          <a:p>
            <a:pPr>
              <a:spcBef>
                <a:spcPts val="0"/>
              </a:spcBef>
            </a:pPr>
            <a:r>
              <a:rPr lang="en-US" sz="1400" dirty="0"/>
              <a:t>Olivia Haley </a:t>
            </a:r>
          </a:p>
          <a:p>
            <a:pPr>
              <a:spcBef>
                <a:spcPts val="0"/>
              </a:spcBef>
            </a:pPr>
            <a:r>
              <a:rPr lang="en-US" sz="1400" dirty="0"/>
              <a:t>Brand Manager – Lyle’s </a:t>
            </a:r>
          </a:p>
          <a:p>
            <a:pPr>
              <a:spcBef>
                <a:spcPts val="0"/>
              </a:spcBef>
            </a:pPr>
            <a:endParaRPr lang="en-US" sz="1400" dirty="0"/>
          </a:p>
          <a:p>
            <a:pPr>
              <a:spcBef>
                <a:spcPts val="0"/>
              </a:spcBef>
            </a:pPr>
            <a:r>
              <a:rPr lang="en-US" sz="1400" b="0" dirty="0"/>
              <a:t>September 2026</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D5650-6D95-D90E-0356-14DCADD17E4A}"/>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146DAA1B-D356-5C76-DB3C-08ACDB9F90E6}"/>
              </a:ext>
            </a:extLst>
          </p:cNvPr>
          <p:cNvSpPr>
            <a:spLocks noGrp="1" noChangeArrowheads="1"/>
          </p:cNvSpPr>
          <p:nvPr>
            <p:ph type="title"/>
          </p:nvPr>
        </p:nvSpPr>
        <p:spPr>
          <a:xfrm>
            <a:off x="650240" y="48498"/>
            <a:ext cx="9356401" cy="923052"/>
          </a:xfrm>
        </p:spPr>
        <p:txBody>
          <a:bodyPr/>
          <a:lstStyle/>
          <a:p>
            <a:r>
              <a:rPr lang="en-US" dirty="0"/>
              <a:t>Problem Statement</a:t>
            </a:r>
          </a:p>
        </p:txBody>
      </p:sp>
      <p:sp>
        <p:nvSpPr>
          <p:cNvPr id="2" name="Slide Number Placeholder 2">
            <a:extLst>
              <a:ext uri="{FF2B5EF4-FFF2-40B4-BE49-F238E27FC236}">
                <a16:creationId xmlns:a16="http://schemas.microsoft.com/office/drawing/2014/main" id="{28B1753C-509C-1608-C91D-A6687EAAEA6F}"/>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2</a:t>
            </a:fld>
            <a:endParaRPr lang="en-US" dirty="0"/>
          </a:p>
        </p:txBody>
      </p:sp>
      <p:sp>
        <p:nvSpPr>
          <p:cNvPr id="3" name="Title 7">
            <a:extLst>
              <a:ext uri="{FF2B5EF4-FFF2-40B4-BE49-F238E27FC236}">
                <a16:creationId xmlns:a16="http://schemas.microsoft.com/office/drawing/2014/main" id="{AB1CB76B-199D-BF66-F2B6-CD89D34574EE}"/>
              </a:ext>
            </a:extLst>
          </p:cNvPr>
          <p:cNvSpPr txBox="1">
            <a:spLocks/>
          </p:cNvSpPr>
          <p:nvPr/>
        </p:nvSpPr>
        <p:spPr>
          <a:xfrm>
            <a:off x="674053" y="6468893"/>
            <a:ext cx="3343160" cy="259911"/>
          </a:xfrm>
          <a:prstGeom prst="rect">
            <a:avLst/>
          </a:prstGeom>
        </p:spPr>
        <p:txBody>
          <a:bodyPr vert="horz" lIns="0" tIns="45720" rIns="91440" bIns="45720" rtlCol="0" anchor="b" anchorCtr="0">
            <a:noAutofit/>
          </a:bodyPr>
          <a:lstStyle/>
          <a:p>
            <a:pPr>
              <a:spcBef>
                <a:spcPct val="0"/>
              </a:spcBef>
              <a:defRPr/>
            </a:pPr>
            <a:r>
              <a:rPr lang="en-US" sz="900" dirty="0">
                <a:solidFill>
                  <a:srgbClr val="6D6E71"/>
                </a:solidFill>
                <a:latin typeface="Arial" pitchFamily="34" charset="0"/>
                <a:ea typeface="+mj-ea"/>
                <a:cs typeface="Arial" pitchFamily="34" charset="0"/>
              </a:rPr>
              <a:t>Source: Bottom anchored.</a:t>
            </a:r>
          </a:p>
        </p:txBody>
      </p:sp>
      <p:sp>
        <p:nvSpPr>
          <p:cNvPr id="5" name="Content Placeholder 4">
            <a:extLst>
              <a:ext uri="{FF2B5EF4-FFF2-40B4-BE49-F238E27FC236}">
                <a16:creationId xmlns:a16="http://schemas.microsoft.com/office/drawing/2014/main" id="{BB4A4698-C3A7-4A4B-E171-97AB85E12361}"/>
              </a:ext>
            </a:extLst>
          </p:cNvPr>
          <p:cNvSpPr>
            <a:spLocks noGrp="1"/>
          </p:cNvSpPr>
          <p:nvPr>
            <p:ph idx="1"/>
          </p:nvPr>
        </p:nvSpPr>
        <p:spPr>
          <a:xfrm>
            <a:off x="900747" y="1304839"/>
            <a:ext cx="10617200" cy="5164054"/>
          </a:xfrm>
        </p:spPr>
        <p:txBody>
          <a:bodyPr>
            <a:normAutofit/>
          </a:bodyPr>
          <a:lstStyle/>
          <a:p>
            <a:pPr>
              <a:lnSpc>
                <a:spcPct val="160000"/>
              </a:lnSpc>
            </a:pPr>
            <a:r>
              <a:rPr lang="en-GB" dirty="0"/>
              <a:t>Current Situation: </a:t>
            </a:r>
            <a:r>
              <a:rPr lang="en-GB" b="0" dirty="0"/>
              <a:t>Lyle's brand data is spread across multiple reports. When data is required when creating quarterly performance reviews, ah-hoc questions from Commercial teams, customer decks, brand planning etc, I must manually search multiple documents to find key brand metrics such as: </a:t>
            </a:r>
          </a:p>
          <a:p>
            <a:r>
              <a:rPr lang="en-GB" b="0" dirty="0"/>
              <a:t>This can be time consuming and risks using outdated figures.</a:t>
            </a:r>
          </a:p>
          <a:p>
            <a:r>
              <a:rPr lang="en-GB" dirty="0"/>
              <a:t>Statement: </a:t>
            </a:r>
            <a:r>
              <a:rPr lang="en-GB" b="0" dirty="0"/>
              <a:t>It is challenging to stay on top of brand performance as the data is spread across multiple files, which causes performance updates to take longer to pull together and requires support from other functions.</a:t>
            </a:r>
          </a:p>
          <a:p>
            <a:r>
              <a:rPr lang="en-GB" b="0" dirty="0"/>
              <a:t>I want to be able to have the latest brand data to hand as soon as I need it </a:t>
            </a:r>
          </a:p>
          <a:p>
            <a:endParaRPr lang="en-GB" b="0" dirty="0"/>
          </a:p>
          <a:p>
            <a:r>
              <a:rPr lang="en-GB" dirty="0"/>
              <a:t>Output: </a:t>
            </a:r>
            <a:r>
              <a:rPr lang="en-GB" b="0" dirty="0"/>
              <a:t>Help Marketing and Commercial teams quickly find brand performance statistics and insight summaries from approved Lyle's reports</a:t>
            </a:r>
          </a:p>
          <a:p>
            <a:r>
              <a:rPr lang="en-GB" dirty="0"/>
              <a:t>Success Metric: </a:t>
            </a:r>
            <a:r>
              <a:rPr lang="en-GB" b="0" dirty="0"/>
              <a:t>Reduce time required to find brand performance information from 20-30 minutes per request To Less than 1 minute per request</a:t>
            </a:r>
            <a:endParaRPr lang="en-GB" dirty="0"/>
          </a:p>
          <a:p>
            <a:endParaRPr lang="en-GB" dirty="0"/>
          </a:p>
          <a:p>
            <a:endParaRPr lang="en-GB" dirty="0"/>
          </a:p>
        </p:txBody>
      </p:sp>
    </p:spTree>
    <p:extLst>
      <p:ext uri="{BB962C8B-B14F-4D97-AF65-F5344CB8AC3E}">
        <p14:creationId xmlns:p14="http://schemas.microsoft.com/office/powerpoint/2010/main" val="25293076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C3719-2BBD-213E-AF6A-06426DC935C4}"/>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0ED4641D-71C5-0F8D-F65D-EFAE2D5A0351}"/>
              </a:ext>
            </a:extLst>
          </p:cNvPr>
          <p:cNvSpPr>
            <a:spLocks noGrp="1" noChangeArrowheads="1"/>
          </p:cNvSpPr>
          <p:nvPr>
            <p:ph type="title"/>
          </p:nvPr>
        </p:nvSpPr>
        <p:spPr>
          <a:xfrm>
            <a:off x="650240" y="48498"/>
            <a:ext cx="9356401" cy="923052"/>
          </a:xfrm>
        </p:spPr>
        <p:txBody>
          <a:bodyPr/>
          <a:lstStyle/>
          <a:p>
            <a:r>
              <a:rPr lang="en-US" dirty="0"/>
              <a:t>Solution Overview</a:t>
            </a:r>
          </a:p>
        </p:txBody>
      </p:sp>
      <p:sp>
        <p:nvSpPr>
          <p:cNvPr id="2" name="Slide Number Placeholder 2">
            <a:extLst>
              <a:ext uri="{FF2B5EF4-FFF2-40B4-BE49-F238E27FC236}">
                <a16:creationId xmlns:a16="http://schemas.microsoft.com/office/drawing/2014/main" id="{A05263A8-A576-A492-F06B-51AAA7B09DB8}"/>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3</a:t>
            </a:fld>
            <a:endParaRPr lang="en-US" dirty="0"/>
          </a:p>
        </p:txBody>
      </p:sp>
      <p:sp>
        <p:nvSpPr>
          <p:cNvPr id="3" name="Title 7">
            <a:extLst>
              <a:ext uri="{FF2B5EF4-FFF2-40B4-BE49-F238E27FC236}">
                <a16:creationId xmlns:a16="http://schemas.microsoft.com/office/drawing/2014/main" id="{7601C2A0-C3E8-4DD0-D7F2-D52FC0E69AD1}"/>
              </a:ext>
            </a:extLst>
          </p:cNvPr>
          <p:cNvSpPr txBox="1">
            <a:spLocks/>
          </p:cNvSpPr>
          <p:nvPr/>
        </p:nvSpPr>
        <p:spPr>
          <a:xfrm>
            <a:off x="674053" y="6468893"/>
            <a:ext cx="3343160" cy="259911"/>
          </a:xfrm>
          <a:prstGeom prst="rect">
            <a:avLst/>
          </a:prstGeom>
        </p:spPr>
        <p:txBody>
          <a:bodyPr vert="horz" lIns="0" tIns="45720" rIns="91440" bIns="45720" rtlCol="0" anchor="b" anchorCtr="0">
            <a:noAutofit/>
          </a:bodyPr>
          <a:lstStyle/>
          <a:p>
            <a:pPr>
              <a:spcBef>
                <a:spcPct val="0"/>
              </a:spcBef>
              <a:defRPr/>
            </a:pPr>
            <a:r>
              <a:rPr lang="en-US" sz="900" dirty="0">
                <a:solidFill>
                  <a:srgbClr val="6D6E71"/>
                </a:solidFill>
                <a:latin typeface="Arial" pitchFamily="34" charset="0"/>
                <a:ea typeface="+mj-ea"/>
                <a:cs typeface="Arial" pitchFamily="34" charset="0"/>
              </a:rPr>
              <a:t>Source: Bottom anchored.</a:t>
            </a:r>
          </a:p>
        </p:txBody>
      </p:sp>
      <p:sp>
        <p:nvSpPr>
          <p:cNvPr id="5" name="Content Placeholder 4">
            <a:extLst>
              <a:ext uri="{FF2B5EF4-FFF2-40B4-BE49-F238E27FC236}">
                <a16:creationId xmlns:a16="http://schemas.microsoft.com/office/drawing/2014/main" id="{0475EC7F-45AA-E6D1-E52F-71C563FC9D9D}"/>
              </a:ext>
            </a:extLst>
          </p:cNvPr>
          <p:cNvSpPr>
            <a:spLocks noGrp="1"/>
          </p:cNvSpPr>
          <p:nvPr>
            <p:ph idx="1"/>
          </p:nvPr>
        </p:nvSpPr>
        <p:spPr>
          <a:xfrm>
            <a:off x="1120203" y="1392638"/>
            <a:ext cx="4775434" cy="4825282"/>
          </a:xfrm>
        </p:spPr>
        <p:txBody>
          <a:bodyPr>
            <a:normAutofit/>
          </a:bodyPr>
          <a:lstStyle/>
          <a:p>
            <a:r>
              <a:rPr lang="en-GB" sz="900" dirty="0"/>
              <a:t>Agent output:</a:t>
            </a:r>
          </a:p>
          <a:p>
            <a:pPr marL="285750" lvl="0" indent="-285750">
              <a:buFont typeface="Arial" panose="020B0604020202020204" pitchFamily="34" charset="0"/>
              <a:buChar char="•"/>
            </a:pPr>
            <a:r>
              <a:rPr lang="en-GB" sz="900" b="0" dirty="0"/>
              <a:t>Searches uploaded documents</a:t>
            </a:r>
          </a:p>
          <a:p>
            <a:pPr marL="285750" lvl="0" indent="-285750">
              <a:buFont typeface="Arial" panose="020B0604020202020204" pitchFamily="34" charset="0"/>
              <a:buChar char="•"/>
            </a:pPr>
            <a:r>
              <a:rPr lang="en-GB" sz="900" b="0" dirty="0"/>
              <a:t>Retrieves relevant information</a:t>
            </a:r>
          </a:p>
          <a:p>
            <a:pPr marL="285750" lvl="0" indent="-285750">
              <a:buFont typeface="Arial" panose="020B0604020202020204" pitchFamily="34" charset="0"/>
              <a:buChar char="•"/>
            </a:pPr>
            <a:r>
              <a:rPr lang="en-GB" sz="900" b="0" dirty="0"/>
              <a:t>Provides a concise answer</a:t>
            </a:r>
          </a:p>
          <a:p>
            <a:pPr marL="285750" lvl="0" indent="-285750">
              <a:buFont typeface="Arial" panose="020B0604020202020204" pitchFamily="34" charset="0"/>
              <a:buChar char="•"/>
            </a:pPr>
            <a:r>
              <a:rPr lang="en-GB" sz="900" b="0" dirty="0"/>
              <a:t>Lists source documents</a:t>
            </a:r>
          </a:p>
          <a:p>
            <a:pPr marL="285750" lvl="0" indent="-285750">
              <a:buFont typeface="Arial" panose="020B0604020202020204" pitchFamily="34" charset="0"/>
              <a:buChar char="•"/>
            </a:pPr>
            <a:r>
              <a:rPr lang="en-GB" sz="900" b="0" dirty="0"/>
              <a:t>Summarises key findings</a:t>
            </a:r>
          </a:p>
          <a:p>
            <a:r>
              <a:rPr lang="en-GB" sz="900" dirty="0"/>
              <a:t>User question examples:</a:t>
            </a:r>
          </a:p>
          <a:p>
            <a:pPr marL="285750" indent="-285750">
              <a:buFont typeface="Wingdings" panose="05000000000000000000" pitchFamily="2" charset="2"/>
              <a:buChar char="Ø"/>
            </a:pPr>
            <a:r>
              <a:rPr lang="en-GB" sz="900" b="0" dirty="0"/>
              <a:t>"What was Lyle's value sales growth in Q2 FY26?“</a:t>
            </a:r>
          </a:p>
          <a:p>
            <a:pPr marL="285750" indent="-285750">
              <a:buFont typeface="Wingdings" panose="05000000000000000000" pitchFamily="2" charset="2"/>
              <a:buChar char="Ø"/>
            </a:pPr>
            <a:r>
              <a:rPr lang="en-GB" sz="900" b="0" dirty="0"/>
              <a:t>“What is Lyle’s latest brand awareness %?”</a:t>
            </a:r>
          </a:p>
          <a:p>
            <a:pPr marL="285750" indent="-285750">
              <a:buFont typeface="Wingdings" panose="05000000000000000000" pitchFamily="2" charset="2"/>
              <a:buChar char="Ø"/>
            </a:pPr>
            <a:r>
              <a:rPr lang="en-GB" sz="900" b="0" dirty="0"/>
              <a:t>"How did our Flapjacks Tesco activation perform?"</a:t>
            </a:r>
          </a:p>
          <a:p>
            <a:pPr marL="285750" indent="-285750">
              <a:buFont typeface="Wingdings" panose="05000000000000000000" pitchFamily="2" charset="2"/>
              <a:buChar char="Ø"/>
            </a:pPr>
            <a:r>
              <a:rPr lang="en-GB" sz="900" b="0" dirty="0"/>
              <a:t>"Summarise the top 3 opportunities for retailer growth with Lyle’s."</a:t>
            </a:r>
            <a:endParaRPr lang="en-GB" sz="900" dirty="0"/>
          </a:p>
          <a:p>
            <a:endParaRPr lang="en-GB" sz="900" dirty="0"/>
          </a:p>
        </p:txBody>
      </p:sp>
    </p:spTree>
    <p:extLst>
      <p:ext uri="{BB962C8B-B14F-4D97-AF65-F5344CB8AC3E}">
        <p14:creationId xmlns:p14="http://schemas.microsoft.com/office/powerpoint/2010/main" val="38531787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B14A3-8F51-9E12-2A7B-97ABADDB6FB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4743EA-5FE1-E8CD-5E72-FFB1615C187E}"/>
              </a:ext>
            </a:extLst>
          </p:cNvPr>
          <p:cNvPicPr>
            <a:picLocks noChangeAspect="1"/>
          </p:cNvPicPr>
          <p:nvPr/>
        </p:nvPicPr>
        <p:blipFill>
          <a:blip r:embed="rId3"/>
          <a:srcRect r="12221"/>
          <a:stretch>
            <a:fillRect/>
          </a:stretch>
        </p:blipFill>
        <p:spPr>
          <a:xfrm>
            <a:off x="754063" y="1475265"/>
            <a:ext cx="5104093" cy="2447934"/>
          </a:xfrm>
          <a:prstGeom prst="rect">
            <a:avLst/>
          </a:prstGeom>
        </p:spPr>
      </p:pic>
      <p:sp>
        <p:nvSpPr>
          <p:cNvPr id="3075" name="Rectangle 2">
            <a:extLst>
              <a:ext uri="{FF2B5EF4-FFF2-40B4-BE49-F238E27FC236}">
                <a16:creationId xmlns:a16="http://schemas.microsoft.com/office/drawing/2014/main" id="{4A681099-CAAC-017A-DBEA-95C231EBFD2E}"/>
              </a:ext>
            </a:extLst>
          </p:cNvPr>
          <p:cNvSpPr>
            <a:spLocks noGrp="1" noChangeArrowheads="1"/>
          </p:cNvSpPr>
          <p:nvPr>
            <p:ph type="title"/>
          </p:nvPr>
        </p:nvSpPr>
        <p:spPr>
          <a:xfrm>
            <a:off x="650241" y="48498"/>
            <a:ext cx="6362700" cy="923052"/>
          </a:xfrm>
        </p:spPr>
        <p:txBody>
          <a:bodyPr/>
          <a:lstStyle/>
          <a:p>
            <a:r>
              <a:rPr lang="en-US" dirty="0"/>
              <a:t>Inputs</a:t>
            </a:r>
          </a:p>
        </p:txBody>
      </p:sp>
      <p:sp>
        <p:nvSpPr>
          <p:cNvPr id="2" name="Slide Number Placeholder 2">
            <a:extLst>
              <a:ext uri="{FF2B5EF4-FFF2-40B4-BE49-F238E27FC236}">
                <a16:creationId xmlns:a16="http://schemas.microsoft.com/office/drawing/2014/main" id="{F2175B3E-EA1F-9A5C-0DEC-CBE4722A6B1B}"/>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4</a:t>
            </a:fld>
            <a:endParaRPr lang="en-US" dirty="0"/>
          </a:p>
        </p:txBody>
      </p:sp>
      <p:pic>
        <p:nvPicPr>
          <p:cNvPr id="7" name="Picture 6">
            <a:extLst>
              <a:ext uri="{FF2B5EF4-FFF2-40B4-BE49-F238E27FC236}">
                <a16:creationId xmlns:a16="http://schemas.microsoft.com/office/drawing/2014/main" id="{14F24A7E-6954-AEBE-63BD-186B4591E8B1}"/>
              </a:ext>
            </a:extLst>
          </p:cNvPr>
          <p:cNvPicPr>
            <a:picLocks noChangeAspect="1"/>
          </p:cNvPicPr>
          <p:nvPr/>
        </p:nvPicPr>
        <p:blipFill>
          <a:blip r:embed="rId4"/>
          <a:stretch>
            <a:fillRect/>
          </a:stretch>
        </p:blipFill>
        <p:spPr>
          <a:xfrm>
            <a:off x="6333845" y="1125906"/>
            <a:ext cx="3611208" cy="949867"/>
          </a:xfrm>
          <a:prstGeom prst="rect">
            <a:avLst/>
          </a:prstGeom>
        </p:spPr>
      </p:pic>
      <p:pic>
        <p:nvPicPr>
          <p:cNvPr id="13" name="Picture 12">
            <a:extLst>
              <a:ext uri="{FF2B5EF4-FFF2-40B4-BE49-F238E27FC236}">
                <a16:creationId xmlns:a16="http://schemas.microsoft.com/office/drawing/2014/main" id="{B24F9243-0E8A-46A3-D2C0-8B6A39FC8BF4}"/>
              </a:ext>
            </a:extLst>
          </p:cNvPr>
          <p:cNvPicPr>
            <a:picLocks noChangeAspect="1"/>
          </p:cNvPicPr>
          <p:nvPr/>
        </p:nvPicPr>
        <p:blipFill>
          <a:blip r:embed="rId5"/>
          <a:stretch>
            <a:fillRect/>
          </a:stretch>
        </p:blipFill>
        <p:spPr>
          <a:xfrm>
            <a:off x="6333844" y="2005627"/>
            <a:ext cx="3611209" cy="1037851"/>
          </a:xfrm>
          <a:prstGeom prst="rect">
            <a:avLst/>
          </a:prstGeom>
        </p:spPr>
      </p:pic>
      <p:pic>
        <p:nvPicPr>
          <p:cNvPr id="12" name="Picture 11">
            <a:extLst>
              <a:ext uri="{FF2B5EF4-FFF2-40B4-BE49-F238E27FC236}">
                <a16:creationId xmlns:a16="http://schemas.microsoft.com/office/drawing/2014/main" id="{8A855DD2-7F28-8F40-39A0-48A26BA1485F}"/>
              </a:ext>
            </a:extLst>
          </p:cNvPr>
          <p:cNvPicPr>
            <a:picLocks noChangeAspect="1"/>
          </p:cNvPicPr>
          <p:nvPr/>
        </p:nvPicPr>
        <p:blipFill>
          <a:blip r:embed="rId6"/>
          <a:stretch>
            <a:fillRect/>
          </a:stretch>
        </p:blipFill>
        <p:spPr>
          <a:xfrm>
            <a:off x="6333844" y="3939063"/>
            <a:ext cx="3611209" cy="719625"/>
          </a:xfrm>
          <a:prstGeom prst="rect">
            <a:avLst/>
          </a:prstGeom>
        </p:spPr>
      </p:pic>
      <p:pic>
        <p:nvPicPr>
          <p:cNvPr id="16" name="Picture 15">
            <a:extLst>
              <a:ext uri="{FF2B5EF4-FFF2-40B4-BE49-F238E27FC236}">
                <a16:creationId xmlns:a16="http://schemas.microsoft.com/office/drawing/2014/main" id="{6A5E4855-6733-DFF0-55D3-1FA028012507}"/>
              </a:ext>
            </a:extLst>
          </p:cNvPr>
          <p:cNvPicPr>
            <a:picLocks noChangeAspect="1"/>
          </p:cNvPicPr>
          <p:nvPr/>
        </p:nvPicPr>
        <p:blipFill>
          <a:blip r:embed="rId7"/>
          <a:stretch>
            <a:fillRect/>
          </a:stretch>
        </p:blipFill>
        <p:spPr>
          <a:xfrm>
            <a:off x="6333844" y="4695264"/>
            <a:ext cx="3611208" cy="1034257"/>
          </a:xfrm>
          <a:prstGeom prst="rect">
            <a:avLst/>
          </a:prstGeom>
        </p:spPr>
      </p:pic>
      <p:pic>
        <p:nvPicPr>
          <p:cNvPr id="18" name="Picture 17">
            <a:extLst>
              <a:ext uri="{FF2B5EF4-FFF2-40B4-BE49-F238E27FC236}">
                <a16:creationId xmlns:a16="http://schemas.microsoft.com/office/drawing/2014/main" id="{A7E3C809-973E-6F3D-BDD2-4A67EF9E17CF}"/>
              </a:ext>
            </a:extLst>
          </p:cNvPr>
          <p:cNvPicPr>
            <a:picLocks noChangeAspect="1"/>
          </p:cNvPicPr>
          <p:nvPr/>
        </p:nvPicPr>
        <p:blipFill>
          <a:blip r:embed="rId8"/>
          <a:stretch>
            <a:fillRect/>
          </a:stretch>
        </p:blipFill>
        <p:spPr>
          <a:xfrm>
            <a:off x="6333844" y="5787881"/>
            <a:ext cx="3611208" cy="1042277"/>
          </a:xfrm>
          <a:prstGeom prst="rect">
            <a:avLst/>
          </a:prstGeom>
        </p:spPr>
      </p:pic>
      <p:pic>
        <p:nvPicPr>
          <p:cNvPr id="20" name="Picture 19">
            <a:extLst>
              <a:ext uri="{FF2B5EF4-FFF2-40B4-BE49-F238E27FC236}">
                <a16:creationId xmlns:a16="http://schemas.microsoft.com/office/drawing/2014/main" id="{5DD7DB88-63D0-EB8F-E8B6-0EE24A0D3A94}"/>
              </a:ext>
            </a:extLst>
          </p:cNvPr>
          <p:cNvPicPr>
            <a:picLocks noChangeAspect="1"/>
          </p:cNvPicPr>
          <p:nvPr/>
        </p:nvPicPr>
        <p:blipFill>
          <a:blip r:embed="rId9"/>
          <a:stretch>
            <a:fillRect/>
          </a:stretch>
        </p:blipFill>
        <p:spPr>
          <a:xfrm>
            <a:off x="6333844" y="3052261"/>
            <a:ext cx="3611208" cy="870938"/>
          </a:xfrm>
          <a:prstGeom prst="rect">
            <a:avLst/>
          </a:prstGeom>
        </p:spPr>
      </p:pic>
    </p:spTree>
    <p:extLst>
      <p:ext uri="{BB962C8B-B14F-4D97-AF65-F5344CB8AC3E}">
        <p14:creationId xmlns:p14="http://schemas.microsoft.com/office/powerpoint/2010/main" val="2914107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9D01C6-03A2-D7D5-92B4-A77A0662633B}"/>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A8C03F65-F8FA-6E26-4CDE-A11C23998351}"/>
              </a:ext>
            </a:extLst>
          </p:cNvPr>
          <p:cNvSpPr>
            <a:spLocks noGrp="1" noChangeArrowheads="1"/>
          </p:cNvSpPr>
          <p:nvPr>
            <p:ph type="title"/>
          </p:nvPr>
        </p:nvSpPr>
        <p:spPr>
          <a:xfrm>
            <a:off x="650241" y="48498"/>
            <a:ext cx="6362700" cy="923052"/>
          </a:xfrm>
        </p:spPr>
        <p:txBody>
          <a:bodyPr/>
          <a:lstStyle/>
          <a:p>
            <a:r>
              <a:rPr lang="en-US" dirty="0"/>
              <a:t>Inputs</a:t>
            </a:r>
          </a:p>
        </p:txBody>
      </p:sp>
      <p:sp>
        <p:nvSpPr>
          <p:cNvPr id="2" name="Slide Number Placeholder 2">
            <a:extLst>
              <a:ext uri="{FF2B5EF4-FFF2-40B4-BE49-F238E27FC236}">
                <a16:creationId xmlns:a16="http://schemas.microsoft.com/office/drawing/2014/main" id="{E20B9BEA-3604-E6BC-8C45-1362B39C9DA3}"/>
              </a:ext>
            </a:extLst>
          </p:cNvPr>
          <p:cNvSpPr>
            <a:spLocks noGrp="1"/>
          </p:cNvSpPr>
          <p:nvPr>
            <p:ph type="sldNum" sz="quarter" idx="12"/>
          </p:nvPr>
        </p:nvSpPr>
        <p:spPr>
          <a:xfrm>
            <a:off x="7817118" y="6497896"/>
            <a:ext cx="946737" cy="365125"/>
          </a:xfrm>
        </p:spPr>
        <p:txBody>
          <a:bodyPr/>
          <a:lstStyle/>
          <a:p>
            <a:fld id="{2D58FDE4-EAD0-5E47-901F-86A26E2BD65C}" type="slidenum">
              <a:rPr lang="en-US" smtClean="0"/>
              <a:pPr/>
              <a:t>5</a:t>
            </a:fld>
            <a:endParaRPr lang="en-US" dirty="0"/>
          </a:p>
        </p:txBody>
      </p:sp>
      <p:pic>
        <p:nvPicPr>
          <p:cNvPr id="7" name="Picture 6">
            <a:extLst>
              <a:ext uri="{FF2B5EF4-FFF2-40B4-BE49-F238E27FC236}">
                <a16:creationId xmlns:a16="http://schemas.microsoft.com/office/drawing/2014/main" id="{0FFAE239-0323-D10A-9DAC-7887713771B8}"/>
              </a:ext>
            </a:extLst>
          </p:cNvPr>
          <p:cNvPicPr>
            <a:picLocks noChangeAspect="1"/>
          </p:cNvPicPr>
          <p:nvPr/>
        </p:nvPicPr>
        <p:blipFill>
          <a:blip r:embed="rId3"/>
          <a:stretch>
            <a:fillRect/>
          </a:stretch>
        </p:blipFill>
        <p:spPr>
          <a:xfrm>
            <a:off x="2246477" y="1125906"/>
            <a:ext cx="3611208" cy="949867"/>
          </a:xfrm>
          <a:prstGeom prst="rect">
            <a:avLst/>
          </a:prstGeom>
        </p:spPr>
      </p:pic>
      <p:sp>
        <p:nvSpPr>
          <p:cNvPr id="8" name="Rectangle 3">
            <a:extLst>
              <a:ext uri="{FF2B5EF4-FFF2-40B4-BE49-F238E27FC236}">
                <a16:creationId xmlns:a16="http://schemas.microsoft.com/office/drawing/2014/main" id="{94EA6798-1EC7-F894-0E51-35B2BD4C53D8}"/>
              </a:ext>
            </a:extLst>
          </p:cNvPr>
          <p:cNvSpPr>
            <a:spLocks noGrp="1" noChangeArrowheads="1"/>
          </p:cNvSpPr>
          <p:nvPr>
            <p:ph idx="1"/>
          </p:nvPr>
        </p:nvSpPr>
        <p:spPr>
          <a:xfrm>
            <a:off x="6250188" y="1204951"/>
            <a:ext cx="2294721" cy="5571457"/>
          </a:xfrm>
        </p:spPr>
        <p:txBody>
          <a:bodyPr>
            <a:normAutofit fontScale="40000" lnSpcReduction="20000"/>
          </a:bodyPr>
          <a:lstStyle/>
          <a:p>
            <a:pPr marL="0" lvl="1" indent="0">
              <a:buNone/>
            </a:pPr>
            <a:r>
              <a:rPr lang="en-US" sz="1000" b="1" dirty="0"/>
              <a:t>Brand Performance</a:t>
            </a:r>
          </a:p>
          <a:p>
            <a:pPr marL="228600" lvl="1" indent="-228600">
              <a:buAutoNum type="arabicPeriod"/>
            </a:pPr>
            <a:r>
              <a:rPr lang="en-US" sz="1000" dirty="0"/>
              <a:t>Lyle’s Brand Performance Q2 (January-March 2026)</a:t>
            </a:r>
          </a:p>
          <a:p>
            <a:pPr marL="228600" lvl="1" indent="-228600">
              <a:buAutoNum type="arabicPeriod"/>
            </a:pPr>
            <a:r>
              <a:rPr lang="en-US" sz="1000" dirty="0"/>
              <a:t>Lyle’s Brand Performance Q3 (April-June 2026)</a:t>
            </a:r>
          </a:p>
          <a:p>
            <a:pPr marL="0" lvl="1" indent="0">
              <a:buNone/>
            </a:pPr>
            <a:r>
              <a:rPr lang="en-US" sz="1000" b="1" dirty="0"/>
              <a:t>Consumer &amp; Shopper Insights </a:t>
            </a:r>
          </a:p>
          <a:p>
            <a:pPr marL="228600" lvl="1" indent="-228600">
              <a:buAutoNum type="arabicPeriod"/>
            </a:pPr>
            <a:r>
              <a:rPr lang="en-US" sz="1000" dirty="0"/>
              <a:t>Brand Metrics Report – Feb 2026</a:t>
            </a:r>
          </a:p>
          <a:p>
            <a:pPr marL="228600" lvl="1" indent="-228600">
              <a:buAutoNum type="arabicPeriod"/>
            </a:pPr>
            <a:r>
              <a:rPr lang="en-US" sz="1000" dirty="0"/>
              <a:t>Consumer Brand Association Tracker – Feb 2026</a:t>
            </a:r>
          </a:p>
          <a:p>
            <a:pPr marL="228600" lvl="1" indent="-228600">
              <a:buAutoNum type="arabicPeriod"/>
            </a:pPr>
            <a:r>
              <a:rPr lang="en-US" sz="1000" dirty="0"/>
              <a:t>Lyle’s Syrup Worldpanel presentation 03.07.2026</a:t>
            </a:r>
          </a:p>
          <a:p>
            <a:pPr marL="0" lvl="1" indent="0">
              <a:buNone/>
            </a:pPr>
            <a:r>
              <a:rPr lang="en-US" sz="1000" b="1" dirty="0"/>
              <a:t>Innovation</a:t>
            </a:r>
          </a:p>
          <a:p>
            <a:pPr marL="228600" lvl="1" indent="-228600">
              <a:buAutoNum type="arabicPeriod"/>
            </a:pPr>
            <a:r>
              <a:rPr lang="en-US" sz="1000" dirty="0"/>
              <a:t>Lyle’s Flapjacks Worldpanel report – July 2026</a:t>
            </a:r>
          </a:p>
          <a:p>
            <a:pPr marL="228600" lvl="1" indent="-228600">
              <a:buAutoNum type="arabicPeriod"/>
            </a:pPr>
            <a:r>
              <a:rPr lang="en-US" sz="1000" dirty="0"/>
              <a:t>Lyle’s Ice Cream performance update August 2026</a:t>
            </a:r>
          </a:p>
          <a:p>
            <a:pPr marL="0" lvl="1" indent="0">
              <a:buNone/>
            </a:pPr>
            <a:r>
              <a:rPr lang="en-US" sz="1000" b="1" dirty="0"/>
              <a:t>Market Insights </a:t>
            </a:r>
          </a:p>
          <a:p>
            <a:pPr marL="0" lvl="1" indent="0">
              <a:buNone/>
            </a:pPr>
            <a:r>
              <a:rPr lang="en-US" sz="1000" dirty="0"/>
              <a:t>1. Food Inflation forecasts – June 2026</a:t>
            </a:r>
            <a:endParaRPr lang="en-US" sz="1000" b="1" dirty="0"/>
          </a:p>
          <a:p>
            <a:pPr marL="0" lvl="1" indent="0">
              <a:buNone/>
            </a:pPr>
            <a:r>
              <a:rPr lang="en-US" sz="1000" b="1" dirty="0"/>
              <a:t>Retailer Insights </a:t>
            </a:r>
          </a:p>
          <a:p>
            <a:pPr marL="228600" lvl="1" indent="-228600">
              <a:buAutoNum type="arabicPeriod"/>
            </a:pPr>
            <a:r>
              <a:rPr lang="en-US" sz="1000" dirty="0"/>
              <a:t>Grocery Retailer Newsletter 08.08.26</a:t>
            </a:r>
          </a:p>
          <a:p>
            <a:pPr marL="228600" lvl="1" indent="-228600">
              <a:buAutoNum type="arabicPeriod"/>
            </a:pPr>
            <a:r>
              <a:rPr lang="en-US" sz="1000" dirty="0"/>
              <a:t>Retailer Insights Q1 2026 (January-March)</a:t>
            </a:r>
          </a:p>
          <a:p>
            <a:pPr marL="228600" lvl="1" indent="-228600">
              <a:buAutoNum type="arabicPeriod"/>
            </a:pPr>
            <a:r>
              <a:rPr lang="en-US" sz="1000" dirty="0"/>
              <a:t>Retailer Insights Q2 2026 (April-June)</a:t>
            </a:r>
          </a:p>
          <a:p>
            <a:pPr marL="0" lvl="1" indent="0">
              <a:buNone/>
            </a:pPr>
            <a:r>
              <a:rPr lang="en-US" sz="1000" b="1" dirty="0"/>
              <a:t>Trade Marketing Results</a:t>
            </a:r>
          </a:p>
          <a:p>
            <a:pPr marL="228600" lvl="1" indent="-228600">
              <a:buAutoNum type="arabicPeriod"/>
            </a:pPr>
            <a:r>
              <a:rPr lang="en-US" sz="1000" dirty="0"/>
              <a:t>Lyle’s Flapjacks Hanging Flags Tesco Nov 2026 PCA</a:t>
            </a:r>
          </a:p>
          <a:p>
            <a:pPr marL="228600" lvl="1" indent="-228600">
              <a:buAutoNum type="arabicPeriod"/>
            </a:pPr>
            <a:r>
              <a:rPr lang="en-US" sz="1000" dirty="0"/>
              <a:t>Lyle’s Flapjacks </a:t>
            </a:r>
            <a:r>
              <a:rPr lang="en-US" sz="1000" dirty="0" err="1"/>
              <a:t>Shopmium</a:t>
            </a:r>
            <a:r>
              <a:rPr lang="en-US" sz="1000" dirty="0"/>
              <a:t> PCA 04.03.2026</a:t>
            </a:r>
          </a:p>
          <a:p>
            <a:pPr marL="228600" lvl="1" indent="-228600">
              <a:buAutoNum type="arabicPeriod"/>
            </a:pPr>
            <a:r>
              <a:rPr lang="en-US" sz="1000" dirty="0"/>
              <a:t>Iceland Ice Cream Cabinet Overlays Trade Marketing PCA 08.05.2026</a:t>
            </a:r>
          </a:p>
          <a:p>
            <a:pPr marL="0" lvl="1" indent="0">
              <a:buNone/>
            </a:pPr>
            <a:endParaRPr lang="en-US" sz="1000" b="1" dirty="0"/>
          </a:p>
          <a:p>
            <a:pPr marL="0" lvl="1" indent="0">
              <a:buNone/>
            </a:pPr>
            <a:endParaRPr lang="en-US" sz="1000" dirty="0"/>
          </a:p>
          <a:p>
            <a:pPr marL="0" lvl="1" indent="0">
              <a:buNone/>
            </a:pPr>
            <a:endParaRPr lang="en-US" sz="1000" b="1" dirty="0"/>
          </a:p>
          <a:p>
            <a:pPr marL="0" lvl="1" indent="0">
              <a:buNone/>
            </a:pPr>
            <a:endParaRPr lang="en-US" sz="1000" dirty="0"/>
          </a:p>
        </p:txBody>
      </p:sp>
      <p:pic>
        <p:nvPicPr>
          <p:cNvPr id="13" name="Picture 12">
            <a:extLst>
              <a:ext uri="{FF2B5EF4-FFF2-40B4-BE49-F238E27FC236}">
                <a16:creationId xmlns:a16="http://schemas.microsoft.com/office/drawing/2014/main" id="{68A3202B-06B0-7D76-4241-8AA8E46C0A05}"/>
              </a:ext>
            </a:extLst>
          </p:cNvPr>
          <p:cNvPicPr>
            <a:picLocks noChangeAspect="1"/>
          </p:cNvPicPr>
          <p:nvPr/>
        </p:nvPicPr>
        <p:blipFill>
          <a:blip r:embed="rId4"/>
          <a:stretch>
            <a:fillRect/>
          </a:stretch>
        </p:blipFill>
        <p:spPr>
          <a:xfrm>
            <a:off x="2246476" y="2005627"/>
            <a:ext cx="3611209" cy="1037851"/>
          </a:xfrm>
          <a:prstGeom prst="rect">
            <a:avLst/>
          </a:prstGeom>
        </p:spPr>
      </p:pic>
      <p:pic>
        <p:nvPicPr>
          <p:cNvPr id="12" name="Picture 11">
            <a:extLst>
              <a:ext uri="{FF2B5EF4-FFF2-40B4-BE49-F238E27FC236}">
                <a16:creationId xmlns:a16="http://schemas.microsoft.com/office/drawing/2014/main" id="{88B4472C-CF61-5E10-3CFD-63424FF64D26}"/>
              </a:ext>
            </a:extLst>
          </p:cNvPr>
          <p:cNvPicPr>
            <a:picLocks noChangeAspect="1"/>
          </p:cNvPicPr>
          <p:nvPr/>
        </p:nvPicPr>
        <p:blipFill>
          <a:blip r:embed="rId5"/>
          <a:stretch>
            <a:fillRect/>
          </a:stretch>
        </p:blipFill>
        <p:spPr>
          <a:xfrm>
            <a:off x="2246476" y="3939063"/>
            <a:ext cx="3611209" cy="719625"/>
          </a:xfrm>
          <a:prstGeom prst="rect">
            <a:avLst/>
          </a:prstGeom>
        </p:spPr>
      </p:pic>
      <p:pic>
        <p:nvPicPr>
          <p:cNvPr id="16" name="Picture 15">
            <a:extLst>
              <a:ext uri="{FF2B5EF4-FFF2-40B4-BE49-F238E27FC236}">
                <a16:creationId xmlns:a16="http://schemas.microsoft.com/office/drawing/2014/main" id="{C32821BA-5A70-E32E-62BD-59AAB68BF0DA}"/>
              </a:ext>
            </a:extLst>
          </p:cNvPr>
          <p:cNvPicPr>
            <a:picLocks noChangeAspect="1"/>
          </p:cNvPicPr>
          <p:nvPr/>
        </p:nvPicPr>
        <p:blipFill>
          <a:blip r:embed="rId6"/>
          <a:stretch>
            <a:fillRect/>
          </a:stretch>
        </p:blipFill>
        <p:spPr>
          <a:xfrm>
            <a:off x="2246476" y="4695264"/>
            <a:ext cx="3611208" cy="1034257"/>
          </a:xfrm>
          <a:prstGeom prst="rect">
            <a:avLst/>
          </a:prstGeom>
        </p:spPr>
      </p:pic>
      <p:pic>
        <p:nvPicPr>
          <p:cNvPr id="18" name="Picture 17">
            <a:extLst>
              <a:ext uri="{FF2B5EF4-FFF2-40B4-BE49-F238E27FC236}">
                <a16:creationId xmlns:a16="http://schemas.microsoft.com/office/drawing/2014/main" id="{976479E4-AF57-CC40-CBCF-FA314AF8DF95}"/>
              </a:ext>
            </a:extLst>
          </p:cNvPr>
          <p:cNvPicPr>
            <a:picLocks noChangeAspect="1"/>
          </p:cNvPicPr>
          <p:nvPr/>
        </p:nvPicPr>
        <p:blipFill>
          <a:blip r:embed="rId7"/>
          <a:stretch>
            <a:fillRect/>
          </a:stretch>
        </p:blipFill>
        <p:spPr>
          <a:xfrm>
            <a:off x="2246476" y="5787881"/>
            <a:ext cx="3611208" cy="1042277"/>
          </a:xfrm>
          <a:prstGeom prst="rect">
            <a:avLst/>
          </a:prstGeom>
        </p:spPr>
      </p:pic>
      <p:pic>
        <p:nvPicPr>
          <p:cNvPr id="20" name="Picture 19">
            <a:extLst>
              <a:ext uri="{FF2B5EF4-FFF2-40B4-BE49-F238E27FC236}">
                <a16:creationId xmlns:a16="http://schemas.microsoft.com/office/drawing/2014/main" id="{201046EC-FE8A-68CE-4016-84A5EB4445BE}"/>
              </a:ext>
            </a:extLst>
          </p:cNvPr>
          <p:cNvPicPr>
            <a:picLocks noChangeAspect="1"/>
          </p:cNvPicPr>
          <p:nvPr/>
        </p:nvPicPr>
        <p:blipFill>
          <a:blip r:embed="rId8"/>
          <a:stretch>
            <a:fillRect/>
          </a:stretch>
        </p:blipFill>
        <p:spPr>
          <a:xfrm>
            <a:off x="2246476" y="3052261"/>
            <a:ext cx="3611208" cy="870938"/>
          </a:xfrm>
          <a:prstGeom prst="rect">
            <a:avLst/>
          </a:prstGeom>
        </p:spPr>
      </p:pic>
    </p:spTree>
    <p:extLst>
      <p:ext uri="{BB962C8B-B14F-4D97-AF65-F5344CB8AC3E}">
        <p14:creationId xmlns:p14="http://schemas.microsoft.com/office/powerpoint/2010/main" val="28693028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8B29B-AE47-5781-274B-8D4C61331E4D}"/>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A11DB144-95A3-8E93-9092-627E6A7A31B4}"/>
              </a:ext>
            </a:extLst>
          </p:cNvPr>
          <p:cNvSpPr>
            <a:spLocks noGrp="1" noChangeArrowheads="1"/>
          </p:cNvSpPr>
          <p:nvPr>
            <p:ph type="title"/>
          </p:nvPr>
        </p:nvSpPr>
        <p:spPr>
          <a:xfrm>
            <a:off x="650240" y="48498"/>
            <a:ext cx="9356401" cy="923052"/>
          </a:xfrm>
        </p:spPr>
        <p:txBody>
          <a:bodyPr/>
          <a:lstStyle/>
          <a:p>
            <a:r>
              <a:rPr lang="en-US" dirty="0"/>
              <a:t>Solution Overview</a:t>
            </a:r>
          </a:p>
        </p:txBody>
      </p:sp>
      <p:sp>
        <p:nvSpPr>
          <p:cNvPr id="2" name="Slide Number Placeholder 2">
            <a:extLst>
              <a:ext uri="{FF2B5EF4-FFF2-40B4-BE49-F238E27FC236}">
                <a16:creationId xmlns:a16="http://schemas.microsoft.com/office/drawing/2014/main" id="{89231E4B-7737-8ACB-2727-4C52D1039D45}"/>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6</a:t>
            </a:fld>
            <a:endParaRPr lang="en-US" dirty="0"/>
          </a:p>
        </p:txBody>
      </p:sp>
      <p:sp>
        <p:nvSpPr>
          <p:cNvPr id="3" name="Title 7">
            <a:extLst>
              <a:ext uri="{FF2B5EF4-FFF2-40B4-BE49-F238E27FC236}">
                <a16:creationId xmlns:a16="http://schemas.microsoft.com/office/drawing/2014/main" id="{96F0CF14-E400-2131-49CF-66E92F34EB7A}"/>
              </a:ext>
            </a:extLst>
          </p:cNvPr>
          <p:cNvSpPr txBox="1">
            <a:spLocks/>
          </p:cNvSpPr>
          <p:nvPr/>
        </p:nvSpPr>
        <p:spPr>
          <a:xfrm>
            <a:off x="674053" y="6468893"/>
            <a:ext cx="3343160" cy="259911"/>
          </a:xfrm>
          <a:prstGeom prst="rect">
            <a:avLst/>
          </a:prstGeom>
        </p:spPr>
        <p:txBody>
          <a:bodyPr vert="horz" lIns="0" tIns="45720" rIns="91440" bIns="45720" rtlCol="0" anchor="b" anchorCtr="0">
            <a:noAutofit/>
          </a:bodyPr>
          <a:lstStyle/>
          <a:p>
            <a:pPr>
              <a:spcBef>
                <a:spcPct val="0"/>
              </a:spcBef>
              <a:defRPr/>
            </a:pPr>
            <a:r>
              <a:rPr lang="en-US" sz="900" dirty="0">
                <a:solidFill>
                  <a:srgbClr val="6D6E71"/>
                </a:solidFill>
                <a:latin typeface="Arial" pitchFamily="34" charset="0"/>
                <a:ea typeface="+mj-ea"/>
                <a:cs typeface="Arial" pitchFamily="34" charset="0"/>
              </a:rPr>
              <a:t>Source: Bottom anchored.</a:t>
            </a:r>
          </a:p>
        </p:txBody>
      </p:sp>
      <p:sp>
        <p:nvSpPr>
          <p:cNvPr id="8" name="TextBox 7">
            <a:extLst>
              <a:ext uri="{FF2B5EF4-FFF2-40B4-BE49-F238E27FC236}">
                <a16:creationId xmlns:a16="http://schemas.microsoft.com/office/drawing/2014/main" id="{28243E79-DE26-5035-394E-9341B35372B5}"/>
              </a:ext>
            </a:extLst>
          </p:cNvPr>
          <p:cNvSpPr txBox="1"/>
          <p:nvPr/>
        </p:nvSpPr>
        <p:spPr>
          <a:xfrm>
            <a:off x="1858323" y="1780713"/>
            <a:ext cx="3470117" cy="4045659"/>
          </a:xfrm>
          <a:prstGeom prst="rect">
            <a:avLst/>
          </a:prstGeom>
          <a:noFill/>
        </p:spPr>
        <p:txBody>
          <a:bodyPr wrap="square">
            <a:spAutoFit/>
          </a:bodyPr>
          <a:lstStyle>
            <a:defPPr>
              <a:defRPr lang="en-US"/>
            </a:defPPr>
            <a:lvl1pPr>
              <a:defRPr sz="1050" b="1">
                <a:solidFill>
                  <a:srgbClr val="00853E"/>
                </a:solidFill>
                <a:uFill>
                  <a:solidFill>
                    <a:srgbClr val="156B13"/>
                  </a:solidFill>
                </a:uFill>
                <a:latin typeface="Arial" pitchFamily="34" charset="0"/>
                <a:cs typeface="Arial" pitchFamily="34" charset="0"/>
              </a:defRPr>
            </a:lvl1pPr>
            <a:lvl2pPr marL="171450" indent="-171450">
              <a:spcBef>
                <a:spcPts val="1800"/>
              </a:spcBef>
              <a:buClr>
                <a:srgbClr val="00853E"/>
              </a:buClr>
              <a:buSzPct val="110000"/>
              <a:buFont typeface="Wingdings" pitchFamily="2" charset="2"/>
              <a:buChar char="§"/>
              <a:defRPr sz="1400">
                <a:solidFill>
                  <a:srgbClr val="6D6E71"/>
                </a:solidFill>
                <a:latin typeface="Arial" pitchFamily="34" charset="0"/>
                <a:cs typeface="Arial" pitchFamily="34" charset="0"/>
              </a:defRPr>
            </a:lvl2pPr>
            <a:lvl3pPr marL="342900" indent="-171450">
              <a:spcBef>
                <a:spcPts val="600"/>
              </a:spcBef>
              <a:buClr>
                <a:schemeClr val="accent4"/>
              </a:buClr>
              <a:buFont typeface="Trebuchet MS" pitchFamily="34" charset="0"/>
              <a:buChar char="—"/>
              <a:defRPr sz="1200">
                <a:solidFill>
                  <a:srgbClr val="6D6E71"/>
                </a:solidFill>
                <a:latin typeface="Arial" pitchFamily="34" charset="0"/>
                <a:cs typeface="Arial" pitchFamily="34" charset="0"/>
              </a:defRPr>
            </a:lvl3pPr>
            <a:lvl4pPr marL="514350" indent="-171450">
              <a:spcBef>
                <a:spcPts val="600"/>
              </a:spcBef>
              <a:buClr>
                <a:schemeClr val="accent4"/>
              </a:buClr>
              <a:buFont typeface="Arial" pitchFamily="34" charset="0"/>
              <a:buChar char="−"/>
              <a:defRPr sz="1200">
                <a:solidFill>
                  <a:srgbClr val="6D6E71"/>
                </a:solidFill>
                <a:latin typeface="Arial" pitchFamily="34" charset="0"/>
                <a:cs typeface="Arial" pitchFamily="34" charset="0"/>
              </a:defRPr>
            </a:lvl4pPr>
            <a:lvl5pPr marL="855663" indent="-166688">
              <a:spcBef>
                <a:spcPct val="20000"/>
              </a:spcBef>
              <a:buClr>
                <a:schemeClr val="accent4"/>
              </a:buClr>
              <a:buFont typeface="Arial" pitchFamily="34" charset="0"/>
              <a:buChar char="−"/>
              <a:defRPr sz="1050">
                <a:solidFill>
                  <a:srgbClr val="6D6E71"/>
                </a:solidFill>
                <a:latin typeface="Arial" pitchFamily="34" charset="0"/>
                <a:cs typeface="Arial" pitchFamily="34" charset="0"/>
              </a:defRPr>
            </a:lvl5pPr>
            <a:lvl6pPr marL="2514600" indent="-228600">
              <a:spcBef>
                <a:spcPct val="20000"/>
              </a:spcBef>
              <a:buFont typeface="Arial"/>
              <a:buChar char="•"/>
              <a:defRPr sz="2000"/>
            </a:lvl6pPr>
            <a:lvl7pPr marL="2971800" indent="-228600">
              <a:spcBef>
                <a:spcPct val="20000"/>
              </a:spcBef>
              <a:buFont typeface="Arial"/>
              <a:buChar char="•"/>
              <a:defRPr sz="2000"/>
            </a:lvl7pPr>
            <a:lvl8pPr marL="3429000" indent="-228600">
              <a:spcBef>
                <a:spcPct val="20000"/>
              </a:spcBef>
              <a:buFont typeface="Arial"/>
              <a:buChar char="•"/>
              <a:defRPr sz="2000"/>
            </a:lvl8pPr>
            <a:lvl9pPr marL="3886200" indent="-228600">
              <a:spcBef>
                <a:spcPct val="20000"/>
              </a:spcBef>
              <a:buFont typeface="Arial"/>
              <a:buChar char="•"/>
              <a:defRPr sz="2000"/>
            </a:lvl9pPr>
          </a:lstStyle>
          <a:p>
            <a:pPr algn="ctr">
              <a:lnSpc>
                <a:spcPct val="200000"/>
              </a:lnSpc>
            </a:pPr>
            <a:r>
              <a:rPr lang="en-GB" sz="1000" dirty="0"/>
              <a:t>Performance Reports</a:t>
            </a:r>
          </a:p>
          <a:p>
            <a:pPr algn="ctr">
              <a:lnSpc>
                <a:spcPct val="200000"/>
              </a:lnSpc>
            </a:pPr>
            <a:r>
              <a:rPr lang="en-GB" sz="1000" dirty="0"/>
              <a:t>↓</a:t>
            </a:r>
          </a:p>
          <a:p>
            <a:pPr algn="ctr">
              <a:lnSpc>
                <a:spcPct val="200000"/>
              </a:lnSpc>
            </a:pPr>
            <a:r>
              <a:rPr lang="en-GB" sz="1000" dirty="0"/>
              <a:t>Knowledge Library</a:t>
            </a:r>
          </a:p>
          <a:p>
            <a:pPr algn="ctr">
              <a:lnSpc>
                <a:spcPct val="200000"/>
              </a:lnSpc>
            </a:pPr>
            <a:r>
              <a:rPr lang="en-GB" sz="1000" dirty="0"/>
              <a:t>↓</a:t>
            </a:r>
          </a:p>
          <a:p>
            <a:pPr algn="ctr">
              <a:lnSpc>
                <a:spcPct val="200000"/>
              </a:lnSpc>
            </a:pPr>
            <a:r>
              <a:rPr lang="en-GB" sz="1000" dirty="0"/>
              <a:t>Copilot Studio Agent</a:t>
            </a:r>
          </a:p>
          <a:p>
            <a:pPr algn="ctr">
              <a:lnSpc>
                <a:spcPct val="200000"/>
              </a:lnSpc>
            </a:pPr>
            <a:r>
              <a:rPr lang="en-GB" sz="1000" dirty="0"/>
              <a:t>↓</a:t>
            </a:r>
          </a:p>
          <a:p>
            <a:pPr algn="ctr">
              <a:lnSpc>
                <a:spcPct val="200000"/>
              </a:lnSpc>
            </a:pPr>
            <a:r>
              <a:rPr lang="en-GB" sz="1000" dirty="0"/>
              <a:t>User asks question</a:t>
            </a:r>
          </a:p>
          <a:p>
            <a:pPr algn="ctr">
              <a:lnSpc>
                <a:spcPct val="200000"/>
              </a:lnSpc>
            </a:pPr>
            <a:r>
              <a:rPr lang="en-GB" sz="1000" dirty="0"/>
              <a:t>↓</a:t>
            </a:r>
          </a:p>
          <a:p>
            <a:pPr algn="ctr">
              <a:lnSpc>
                <a:spcPct val="200000"/>
              </a:lnSpc>
            </a:pPr>
            <a:r>
              <a:rPr lang="en-GB" sz="1000" dirty="0"/>
              <a:t>Agent retrieves answer from uploaded files</a:t>
            </a:r>
          </a:p>
          <a:p>
            <a:pPr algn="ctr">
              <a:lnSpc>
                <a:spcPct val="200000"/>
              </a:lnSpc>
            </a:pPr>
            <a:r>
              <a:rPr lang="en-GB" sz="1000" dirty="0"/>
              <a:t>↓</a:t>
            </a:r>
          </a:p>
          <a:p>
            <a:pPr algn="ctr">
              <a:lnSpc>
                <a:spcPct val="200000"/>
              </a:lnSpc>
            </a:pPr>
            <a:r>
              <a:rPr lang="en-GB" sz="1000" dirty="0"/>
              <a:t>Generate answer</a:t>
            </a:r>
          </a:p>
          <a:p>
            <a:pPr algn="ctr">
              <a:lnSpc>
                <a:spcPct val="200000"/>
              </a:lnSpc>
            </a:pPr>
            <a:r>
              <a:rPr lang="en-GB" sz="1000" dirty="0"/>
              <a:t>↓</a:t>
            </a:r>
          </a:p>
          <a:p>
            <a:pPr algn="ctr">
              <a:lnSpc>
                <a:spcPct val="200000"/>
              </a:lnSpc>
            </a:pPr>
            <a:r>
              <a:rPr lang="en-GB" sz="1000" dirty="0"/>
              <a:t>Sources cited</a:t>
            </a:r>
          </a:p>
        </p:txBody>
      </p:sp>
      <p:sp>
        <p:nvSpPr>
          <p:cNvPr id="10" name="TextBox 9">
            <a:extLst>
              <a:ext uri="{FF2B5EF4-FFF2-40B4-BE49-F238E27FC236}">
                <a16:creationId xmlns:a16="http://schemas.microsoft.com/office/drawing/2014/main" id="{56D9CD99-10FB-1190-998B-CA3780ED07D7}"/>
              </a:ext>
            </a:extLst>
          </p:cNvPr>
          <p:cNvSpPr txBox="1"/>
          <p:nvPr/>
        </p:nvSpPr>
        <p:spPr>
          <a:xfrm>
            <a:off x="6931152" y="2114824"/>
            <a:ext cx="3832716" cy="1169551"/>
          </a:xfrm>
          <a:prstGeom prst="rect">
            <a:avLst/>
          </a:prstGeom>
          <a:noFill/>
        </p:spPr>
        <p:txBody>
          <a:bodyPr wrap="square">
            <a:spAutoFit/>
          </a:bodyPr>
          <a:lstStyle/>
          <a:p>
            <a:pPr fontAlgn="t">
              <a:lnSpc>
                <a:spcPct val="100000"/>
              </a:lnSpc>
              <a:buNone/>
            </a:pPr>
            <a:r>
              <a:rPr lang="en-GB" sz="1000" b="1" dirty="0">
                <a:solidFill>
                  <a:srgbClr val="00853E"/>
                </a:solidFill>
                <a:uFill>
                  <a:solidFill>
                    <a:srgbClr val="156B13"/>
                  </a:solidFill>
                </a:uFill>
                <a:latin typeface="Arial" pitchFamily="34" charset="0"/>
                <a:cs typeface="Arial" pitchFamily="34" charset="0"/>
              </a:rPr>
              <a:t>Knowledge Library</a:t>
            </a:r>
          </a:p>
          <a:p>
            <a:pPr fontAlgn="t">
              <a:lnSpc>
                <a:spcPct val="100000"/>
              </a:lnSpc>
              <a:buNone/>
            </a:pPr>
            <a:endParaRPr lang="en-GB" sz="1000" b="1" dirty="0">
              <a:solidFill>
                <a:srgbClr val="00853E"/>
              </a:solidFill>
              <a:uFill>
                <a:solidFill>
                  <a:srgbClr val="156B13"/>
                </a:solidFill>
              </a:uFill>
              <a:latin typeface="Arial" pitchFamily="34" charset="0"/>
              <a:cs typeface="Arial" pitchFamily="34" charset="0"/>
            </a:endParaRPr>
          </a:p>
          <a:p>
            <a:pPr fontAlgn="t">
              <a:lnSpc>
                <a:spcPct val="100000"/>
              </a:lnSpc>
              <a:buNone/>
            </a:pPr>
            <a:r>
              <a:rPr lang="en-GB" sz="1000" dirty="0">
                <a:solidFill>
                  <a:srgbClr val="00853E"/>
                </a:solidFill>
                <a:uFill>
                  <a:solidFill>
                    <a:srgbClr val="156B13"/>
                  </a:solidFill>
                </a:uFill>
                <a:latin typeface="Arial" pitchFamily="34" charset="0"/>
                <a:cs typeface="Arial" pitchFamily="34" charset="0"/>
              </a:rPr>
              <a:t>When uploaded, Copilot Studio indexes the content.</a:t>
            </a:r>
          </a:p>
          <a:p>
            <a:pPr fontAlgn="t">
              <a:lnSpc>
                <a:spcPct val="100000"/>
              </a:lnSpc>
              <a:buNone/>
            </a:pPr>
            <a:r>
              <a:rPr lang="en-GB" sz="1000" dirty="0">
                <a:solidFill>
                  <a:srgbClr val="00853E"/>
                </a:solidFill>
                <a:uFill>
                  <a:solidFill>
                    <a:srgbClr val="156B13"/>
                  </a:solidFill>
                </a:uFill>
                <a:latin typeface="Arial" pitchFamily="34" charset="0"/>
                <a:cs typeface="Arial" pitchFamily="34" charset="0"/>
              </a:rPr>
              <a:t>The files are:</a:t>
            </a:r>
          </a:p>
          <a:p>
            <a:pPr marL="342900" lvl="0" indent="-342900" fontAlgn="t">
              <a:lnSpc>
                <a:spcPct val="100000"/>
              </a:lnSpc>
              <a:buFont typeface="Arial" panose="020B0604020202020204" pitchFamily="34" charset="0"/>
              <a:buChar char="•"/>
            </a:pPr>
            <a:r>
              <a:rPr lang="en-GB" sz="1000" dirty="0">
                <a:solidFill>
                  <a:srgbClr val="00853E"/>
                </a:solidFill>
                <a:uFill>
                  <a:solidFill>
                    <a:srgbClr val="156B13"/>
                  </a:solidFill>
                </a:uFill>
                <a:latin typeface="Arial" pitchFamily="34" charset="0"/>
                <a:cs typeface="Arial" pitchFamily="34" charset="0"/>
              </a:rPr>
              <a:t>Broken into smaller chunks</a:t>
            </a:r>
          </a:p>
          <a:p>
            <a:pPr marL="342900" lvl="0" indent="-342900" fontAlgn="t">
              <a:lnSpc>
                <a:spcPct val="100000"/>
              </a:lnSpc>
              <a:buFont typeface="Arial" panose="020B0604020202020204" pitchFamily="34" charset="0"/>
              <a:buChar char="•"/>
            </a:pPr>
            <a:r>
              <a:rPr lang="en-GB" sz="1000" dirty="0">
                <a:solidFill>
                  <a:srgbClr val="00853E"/>
                </a:solidFill>
                <a:uFill>
                  <a:solidFill>
                    <a:srgbClr val="156B13"/>
                  </a:solidFill>
                </a:uFill>
                <a:latin typeface="Arial" pitchFamily="34" charset="0"/>
                <a:cs typeface="Arial" pitchFamily="34" charset="0"/>
              </a:rPr>
              <a:t>Stored in a search index</a:t>
            </a:r>
          </a:p>
          <a:p>
            <a:pPr marL="342900" lvl="0" indent="-342900" fontAlgn="t">
              <a:lnSpc>
                <a:spcPct val="100000"/>
              </a:lnSpc>
              <a:buFont typeface="Arial" panose="020B0604020202020204" pitchFamily="34" charset="0"/>
              <a:buChar char="•"/>
            </a:pPr>
            <a:r>
              <a:rPr lang="en-GB" sz="1000" dirty="0">
                <a:solidFill>
                  <a:srgbClr val="00853E"/>
                </a:solidFill>
                <a:uFill>
                  <a:solidFill>
                    <a:srgbClr val="156B13"/>
                  </a:solidFill>
                </a:uFill>
                <a:latin typeface="Arial" pitchFamily="34" charset="0"/>
                <a:cs typeface="Arial" pitchFamily="34" charset="0"/>
              </a:rPr>
              <a:t>Made searchable by topic, keywords and context</a:t>
            </a:r>
          </a:p>
        </p:txBody>
      </p:sp>
      <p:graphicFrame>
        <p:nvGraphicFramePr>
          <p:cNvPr id="11" name="Table 10">
            <a:extLst>
              <a:ext uri="{FF2B5EF4-FFF2-40B4-BE49-F238E27FC236}">
                <a16:creationId xmlns:a16="http://schemas.microsoft.com/office/drawing/2014/main" id="{65C433B2-FE60-496E-F5A8-2EEB691741B0}"/>
              </a:ext>
            </a:extLst>
          </p:cNvPr>
          <p:cNvGraphicFramePr>
            <a:graphicFrameLocks noGrp="1"/>
          </p:cNvGraphicFramePr>
          <p:nvPr>
            <p:extLst>
              <p:ext uri="{D42A27DB-BD31-4B8C-83A1-F6EECF244321}">
                <p14:modId xmlns:p14="http://schemas.microsoft.com/office/powerpoint/2010/main" val="1283502549"/>
              </p:ext>
            </p:extLst>
          </p:nvPr>
        </p:nvGraphicFramePr>
        <p:xfrm>
          <a:off x="6931152" y="3333326"/>
          <a:ext cx="3638417" cy="940435"/>
        </p:xfrm>
        <a:graphic>
          <a:graphicData uri="http://schemas.openxmlformats.org/drawingml/2006/table">
            <a:tbl>
              <a:tblPr>
                <a:tableStyleId>{5C22544A-7EE6-4342-B048-85BDC9FD1C3A}</a:tableStyleId>
              </a:tblPr>
              <a:tblGrid>
                <a:gridCol w="1476531">
                  <a:extLst>
                    <a:ext uri="{9D8B030D-6E8A-4147-A177-3AD203B41FA5}">
                      <a16:colId xmlns:a16="http://schemas.microsoft.com/office/drawing/2014/main" val="1265294254"/>
                    </a:ext>
                  </a:extLst>
                </a:gridCol>
                <a:gridCol w="2161886">
                  <a:extLst>
                    <a:ext uri="{9D8B030D-6E8A-4147-A177-3AD203B41FA5}">
                      <a16:colId xmlns:a16="http://schemas.microsoft.com/office/drawing/2014/main" val="3226416814"/>
                    </a:ext>
                  </a:extLst>
                </a:gridCol>
              </a:tblGrid>
              <a:tr h="0">
                <a:tc>
                  <a:txBody>
                    <a:bodyPr/>
                    <a:lstStyle/>
                    <a:p>
                      <a:pPr>
                        <a:buNone/>
                      </a:pPr>
                      <a:r>
                        <a:rPr lang="en-GB" sz="900" b="1" dirty="0">
                          <a:effectLst/>
                        </a:rPr>
                        <a:t>File</a:t>
                      </a:r>
                    </a:p>
                  </a:txBody>
                  <a:tcPr anchor="ctr"/>
                </a:tc>
                <a:tc>
                  <a:txBody>
                    <a:bodyPr/>
                    <a:lstStyle/>
                    <a:p>
                      <a:pPr>
                        <a:buNone/>
                      </a:pPr>
                      <a:r>
                        <a:rPr lang="en-GB" sz="900" b="1" dirty="0">
                          <a:effectLst/>
                        </a:rPr>
                        <a:t>Contains</a:t>
                      </a:r>
                    </a:p>
                  </a:txBody>
                  <a:tcPr anchor="ctr"/>
                </a:tc>
                <a:extLst>
                  <a:ext uri="{0D108BD9-81ED-4DB2-BD59-A6C34878D82A}">
                    <a16:rowId xmlns:a16="http://schemas.microsoft.com/office/drawing/2014/main" val="2749323919"/>
                  </a:ext>
                </a:extLst>
              </a:tr>
              <a:tr h="0">
                <a:tc>
                  <a:txBody>
                    <a:bodyPr/>
                    <a:lstStyle/>
                    <a:p>
                      <a:pPr>
                        <a:buNone/>
                      </a:pPr>
                      <a:r>
                        <a:rPr lang="en-GB" sz="900" dirty="0">
                          <a:effectLst/>
                        </a:rPr>
                        <a:t>FY26 Brand Tracker</a:t>
                      </a:r>
                    </a:p>
                  </a:txBody>
                  <a:tcPr anchor="ctr"/>
                </a:tc>
                <a:tc>
                  <a:txBody>
                    <a:bodyPr/>
                    <a:lstStyle/>
                    <a:p>
                      <a:pPr>
                        <a:buNone/>
                      </a:pPr>
                      <a:r>
                        <a:rPr lang="en-GB" sz="900" dirty="0">
                          <a:effectLst/>
                        </a:rPr>
                        <a:t>Awareness, association</a:t>
                      </a:r>
                    </a:p>
                  </a:txBody>
                  <a:tcPr anchor="ctr"/>
                </a:tc>
                <a:extLst>
                  <a:ext uri="{0D108BD9-81ED-4DB2-BD59-A6C34878D82A}">
                    <a16:rowId xmlns:a16="http://schemas.microsoft.com/office/drawing/2014/main" val="515438457"/>
                  </a:ext>
                </a:extLst>
              </a:tr>
              <a:tr h="151926">
                <a:tc>
                  <a:txBody>
                    <a:bodyPr/>
                    <a:lstStyle/>
                    <a:p>
                      <a:pPr>
                        <a:buNone/>
                      </a:pPr>
                      <a:r>
                        <a:rPr lang="en-GB" sz="900">
                          <a:effectLst/>
                        </a:rPr>
                        <a:t>Retailer Review Tesco</a:t>
                      </a:r>
                    </a:p>
                  </a:txBody>
                  <a:tcPr anchor="ctr"/>
                </a:tc>
                <a:tc>
                  <a:txBody>
                    <a:bodyPr/>
                    <a:lstStyle/>
                    <a:p>
                      <a:pPr>
                        <a:buNone/>
                      </a:pPr>
                      <a:r>
                        <a:rPr lang="en-GB" sz="900" dirty="0">
                          <a:effectLst/>
                        </a:rPr>
                        <a:t>Distribution opportunities</a:t>
                      </a:r>
                    </a:p>
                  </a:txBody>
                  <a:tcPr anchor="ctr"/>
                </a:tc>
                <a:extLst>
                  <a:ext uri="{0D108BD9-81ED-4DB2-BD59-A6C34878D82A}">
                    <a16:rowId xmlns:a16="http://schemas.microsoft.com/office/drawing/2014/main" val="806140215"/>
                  </a:ext>
                </a:extLst>
              </a:tr>
              <a:tr h="0">
                <a:tc>
                  <a:txBody>
                    <a:bodyPr/>
                    <a:lstStyle/>
                    <a:p>
                      <a:pPr>
                        <a:buNone/>
                      </a:pPr>
                      <a:r>
                        <a:rPr lang="en-GB" sz="900" dirty="0">
                          <a:effectLst/>
                        </a:rPr>
                        <a:t>Ice Cream Report</a:t>
                      </a:r>
                    </a:p>
                  </a:txBody>
                  <a:tcPr anchor="ctr"/>
                </a:tc>
                <a:tc>
                  <a:txBody>
                    <a:bodyPr/>
                    <a:lstStyle/>
                    <a:p>
                      <a:pPr fontAlgn="t">
                        <a:lnSpc>
                          <a:spcPct val="119048"/>
                        </a:lnSpc>
                        <a:buNone/>
                      </a:pPr>
                      <a:r>
                        <a:rPr lang="en-GB" sz="900" dirty="0">
                          <a:effectLst/>
                        </a:rPr>
                        <a:t>Sales, CTO, volume &amp; value, forecasts </a:t>
                      </a:r>
                      <a:endParaRPr lang="en-GB" sz="400" b="0" i="0" dirty="0">
                        <a:effectLst/>
                        <a:latin typeface="Segoe UI" panose="020B0502040204020203" pitchFamily="34" charset="0"/>
                      </a:endParaRPr>
                    </a:p>
                  </a:txBody>
                  <a:tcPr anchor="ctr"/>
                </a:tc>
                <a:extLst>
                  <a:ext uri="{0D108BD9-81ED-4DB2-BD59-A6C34878D82A}">
                    <a16:rowId xmlns:a16="http://schemas.microsoft.com/office/drawing/2014/main" val="2237004328"/>
                  </a:ext>
                </a:extLst>
              </a:tr>
            </a:tbl>
          </a:graphicData>
        </a:graphic>
      </p:graphicFrame>
    </p:spTree>
    <p:extLst>
      <p:ext uri="{BB962C8B-B14F-4D97-AF65-F5344CB8AC3E}">
        <p14:creationId xmlns:p14="http://schemas.microsoft.com/office/powerpoint/2010/main" val="8515326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F75C0-34A1-E44A-1583-E75E964B2EAA}"/>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2FAA160B-147A-E68E-04FD-FD8728E88E60}"/>
              </a:ext>
            </a:extLst>
          </p:cNvPr>
          <p:cNvSpPr>
            <a:spLocks noGrp="1" noChangeArrowheads="1"/>
          </p:cNvSpPr>
          <p:nvPr>
            <p:ph type="title"/>
          </p:nvPr>
        </p:nvSpPr>
        <p:spPr>
          <a:xfrm>
            <a:off x="650240" y="48498"/>
            <a:ext cx="9356401" cy="923052"/>
          </a:xfrm>
        </p:spPr>
        <p:txBody>
          <a:bodyPr/>
          <a:lstStyle/>
          <a:p>
            <a:r>
              <a:rPr lang="en-US" dirty="0"/>
              <a:t>Quality Assurance </a:t>
            </a:r>
          </a:p>
        </p:txBody>
      </p:sp>
      <p:sp>
        <p:nvSpPr>
          <p:cNvPr id="2" name="Slide Number Placeholder 2">
            <a:extLst>
              <a:ext uri="{FF2B5EF4-FFF2-40B4-BE49-F238E27FC236}">
                <a16:creationId xmlns:a16="http://schemas.microsoft.com/office/drawing/2014/main" id="{5F6BB5EA-08A9-7290-989F-64AD159EAA83}"/>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7</a:t>
            </a:fld>
            <a:endParaRPr lang="en-US" dirty="0"/>
          </a:p>
        </p:txBody>
      </p:sp>
      <p:sp>
        <p:nvSpPr>
          <p:cNvPr id="3" name="Title 7">
            <a:extLst>
              <a:ext uri="{FF2B5EF4-FFF2-40B4-BE49-F238E27FC236}">
                <a16:creationId xmlns:a16="http://schemas.microsoft.com/office/drawing/2014/main" id="{3C7DA4F5-9367-04EC-CB72-A69805CFCB43}"/>
              </a:ext>
            </a:extLst>
          </p:cNvPr>
          <p:cNvSpPr txBox="1">
            <a:spLocks/>
          </p:cNvSpPr>
          <p:nvPr/>
        </p:nvSpPr>
        <p:spPr>
          <a:xfrm>
            <a:off x="674053" y="6468893"/>
            <a:ext cx="3343160" cy="259911"/>
          </a:xfrm>
          <a:prstGeom prst="rect">
            <a:avLst/>
          </a:prstGeom>
        </p:spPr>
        <p:txBody>
          <a:bodyPr vert="horz" lIns="0" tIns="45720" rIns="91440" bIns="45720" rtlCol="0" anchor="b" anchorCtr="0">
            <a:noAutofit/>
          </a:bodyPr>
          <a:lstStyle/>
          <a:p>
            <a:pPr>
              <a:spcBef>
                <a:spcPct val="0"/>
              </a:spcBef>
              <a:defRPr/>
            </a:pPr>
            <a:r>
              <a:rPr lang="en-US" sz="900" dirty="0">
                <a:solidFill>
                  <a:srgbClr val="6D6E71"/>
                </a:solidFill>
                <a:latin typeface="Arial" pitchFamily="34" charset="0"/>
                <a:ea typeface="+mj-ea"/>
                <a:cs typeface="Arial" pitchFamily="34" charset="0"/>
              </a:rPr>
              <a:t>Source: Bottom anchored.</a:t>
            </a:r>
          </a:p>
        </p:txBody>
      </p:sp>
      <p:sp>
        <p:nvSpPr>
          <p:cNvPr id="4" name="Content Placeholder 4">
            <a:extLst>
              <a:ext uri="{FF2B5EF4-FFF2-40B4-BE49-F238E27FC236}">
                <a16:creationId xmlns:a16="http://schemas.microsoft.com/office/drawing/2014/main" id="{7F07E2AE-4FC8-A954-6204-1B0C8072151A}"/>
              </a:ext>
            </a:extLst>
          </p:cNvPr>
          <p:cNvSpPr txBox="1">
            <a:spLocks/>
          </p:cNvSpPr>
          <p:nvPr/>
        </p:nvSpPr>
        <p:spPr>
          <a:xfrm>
            <a:off x="685878" y="1576177"/>
            <a:ext cx="3469356" cy="1384995"/>
          </a:xfrm>
          <a:prstGeom prst="rect">
            <a:avLst/>
          </a:prstGeom>
          <a:noFill/>
        </p:spPr>
        <p:txBody>
          <a:bodyPr wrap="square">
            <a:spAutoFit/>
          </a:bodyPr>
          <a:lstStyle>
            <a:defPPr>
              <a:defRPr lang="en-US"/>
            </a:defPPr>
            <a:lvl1pPr>
              <a:defRPr sz="900">
                <a:solidFill>
                  <a:srgbClr val="00853E"/>
                </a:solidFill>
                <a:uFill>
                  <a:solidFill>
                    <a:srgbClr val="156B13"/>
                  </a:solidFill>
                </a:uFill>
                <a:latin typeface="Arial" pitchFamily="34" charset="0"/>
                <a:cs typeface="Arial" pitchFamily="34" charset="0"/>
              </a:defRPr>
            </a:lvl1pPr>
            <a:lvl2pPr marL="171450" indent="-171450" algn="l" defTabSz="457200" rtl="0" eaLnBrk="1" latinLnBrk="0" hangingPunct="1">
              <a:spcBef>
                <a:spcPts val="1800"/>
              </a:spcBef>
              <a:buClr>
                <a:srgbClr val="00853E"/>
              </a:buClr>
              <a:buSzPct val="110000"/>
              <a:buFont typeface="Wingdings" pitchFamily="2" charset="2"/>
              <a:buChar char="§"/>
              <a:defRPr sz="1400" kern="1200">
                <a:solidFill>
                  <a:srgbClr val="6D6E71"/>
                </a:solidFill>
                <a:latin typeface="Arial" pitchFamily="34" charset="0"/>
                <a:ea typeface="+mn-ea"/>
                <a:cs typeface="Arial" pitchFamily="34" charset="0"/>
              </a:defRPr>
            </a:lvl2pPr>
            <a:lvl3pPr marL="342900" indent="-171450" algn="l" defTabSz="457200" rtl="0" eaLnBrk="1" latinLnBrk="0" hangingPunct="1">
              <a:spcBef>
                <a:spcPts val="600"/>
              </a:spcBef>
              <a:buClr>
                <a:schemeClr val="accent4"/>
              </a:buClr>
              <a:buFont typeface="Trebuchet MS" pitchFamily="34" charset="0"/>
              <a:buChar char="—"/>
              <a:defRPr sz="1200" kern="1200">
                <a:solidFill>
                  <a:srgbClr val="6D6E71"/>
                </a:solidFill>
                <a:latin typeface="Arial" pitchFamily="34" charset="0"/>
                <a:ea typeface="+mn-ea"/>
                <a:cs typeface="Arial" pitchFamily="34" charset="0"/>
              </a:defRPr>
            </a:lvl3pPr>
            <a:lvl4pPr marL="514350" indent="-171450" algn="l" defTabSz="457200" rtl="0" eaLnBrk="1" latinLnBrk="0" hangingPunct="1">
              <a:spcBef>
                <a:spcPts val="600"/>
              </a:spcBef>
              <a:buClr>
                <a:schemeClr val="accent4"/>
              </a:buClr>
              <a:buFont typeface="Arial" pitchFamily="34" charset="0"/>
              <a:buChar char="−"/>
              <a:defRPr sz="1200" kern="1200">
                <a:solidFill>
                  <a:srgbClr val="6D6E71"/>
                </a:solidFill>
                <a:latin typeface="Arial" pitchFamily="34" charset="0"/>
                <a:ea typeface="+mn-ea"/>
                <a:cs typeface="Arial" pitchFamily="34" charset="0"/>
              </a:defRPr>
            </a:lvl4pPr>
            <a:lvl5pPr marL="855663" indent="-166688" algn="l" defTabSz="457200" rtl="0" eaLnBrk="1" latinLnBrk="0" hangingPunct="1">
              <a:spcBef>
                <a:spcPct val="20000"/>
              </a:spcBef>
              <a:buClr>
                <a:schemeClr val="accent4"/>
              </a:buClr>
              <a:buFont typeface="Arial" pitchFamily="34" charset="0"/>
              <a:buChar char="−"/>
              <a:defRPr sz="1050" kern="1200">
                <a:solidFill>
                  <a:srgbClr val="6D6E71"/>
                </a:solidFill>
                <a:latin typeface="Arial" pitchFamily="34" charset="0"/>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050" b="1" dirty="0"/>
              <a:t>Hallucination Controls: </a:t>
            </a:r>
          </a:p>
          <a:p>
            <a:endParaRPr lang="en-GB" sz="1050" b="1" dirty="0"/>
          </a:p>
          <a:p>
            <a:pPr marL="171450" indent="-171450">
              <a:buFont typeface="Arial" panose="020B0604020202020204" pitchFamily="34" charset="0"/>
              <a:buChar char="•"/>
            </a:pPr>
            <a:r>
              <a:rPr lang="en-GB" sz="1050" dirty="0"/>
              <a:t>Restrict answers to uploaded files.</a:t>
            </a:r>
          </a:p>
          <a:p>
            <a:pPr marL="171450" indent="-171450">
              <a:buFont typeface="Arial" panose="020B0604020202020204" pitchFamily="34" charset="0"/>
              <a:buChar char="•"/>
            </a:pPr>
            <a:r>
              <a:rPr lang="en-GB" sz="1050" dirty="0"/>
              <a:t>Require source citations (Providing citations reduces hallucination because the answer is grounded in actual documents)</a:t>
            </a:r>
          </a:p>
          <a:p>
            <a:pPr marL="171450" indent="-171450">
              <a:buFont typeface="Arial" panose="020B0604020202020204" pitchFamily="34" charset="0"/>
              <a:buChar char="•"/>
            </a:pPr>
            <a:r>
              <a:rPr lang="en-GB" sz="1050" dirty="0"/>
              <a:t>Include instruction: "If data cannot be found, say so."</a:t>
            </a:r>
          </a:p>
          <a:p>
            <a:endParaRPr lang="en-GB" sz="1050" dirty="0"/>
          </a:p>
        </p:txBody>
      </p:sp>
      <p:sp>
        <p:nvSpPr>
          <p:cNvPr id="9" name="TextBox 8">
            <a:extLst>
              <a:ext uri="{FF2B5EF4-FFF2-40B4-BE49-F238E27FC236}">
                <a16:creationId xmlns:a16="http://schemas.microsoft.com/office/drawing/2014/main" id="{2ED4328C-6A7F-A5B1-B400-8EF03331CB9E}"/>
              </a:ext>
            </a:extLst>
          </p:cNvPr>
          <p:cNvSpPr txBox="1"/>
          <p:nvPr/>
        </p:nvSpPr>
        <p:spPr>
          <a:xfrm>
            <a:off x="4914180" y="1576176"/>
            <a:ext cx="2751745" cy="1061829"/>
          </a:xfrm>
          <a:prstGeom prst="rect">
            <a:avLst/>
          </a:prstGeom>
          <a:noFill/>
        </p:spPr>
        <p:txBody>
          <a:bodyPr wrap="square">
            <a:spAutoFit/>
          </a:bodyPr>
          <a:lstStyle/>
          <a:p>
            <a:r>
              <a:rPr lang="en-GB" sz="1050" b="1" dirty="0">
                <a:solidFill>
                  <a:srgbClr val="00853E"/>
                </a:solidFill>
                <a:uFill>
                  <a:solidFill>
                    <a:srgbClr val="156B13"/>
                  </a:solidFill>
                </a:uFill>
                <a:latin typeface="Arial" pitchFamily="34" charset="0"/>
                <a:cs typeface="Arial" pitchFamily="34" charset="0"/>
              </a:rPr>
              <a:t>Privacy Controls: </a:t>
            </a:r>
          </a:p>
          <a:p>
            <a:endParaRPr lang="en-GB" sz="1050" b="1" dirty="0">
              <a:solidFill>
                <a:srgbClr val="00853E"/>
              </a:solidFill>
              <a:uFill>
                <a:solidFill>
                  <a:srgbClr val="156B13"/>
                </a:solidFill>
              </a:uFill>
              <a:latin typeface="Arial" pitchFamily="34" charset="0"/>
              <a:cs typeface="Arial" pitchFamily="34" charset="0"/>
            </a:endParaRPr>
          </a:p>
          <a:p>
            <a:pPr marL="171450" lvl="0" indent="-171450">
              <a:buFont typeface="Arial" panose="020B0604020202020204" pitchFamily="34" charset="0"/>
              <a:buChar char="•"/>
            </a:pPr>
            <a:r>
              <a:rPr lang="en-GB" sz="1050" dirty="0">
                <a:solidFill>
                  <a:srgbClr val="00853E"/>
                </a:solidFill>
                <a:uFill>
                  <a:solidFill>
                    <a:srgbClr val="156B13"/>
                  </a:solidFill>
                </a:uFill>
                <a:latin typeface="Arial" pitchFamily="34" charset="0"/>
                <a:cs typeface="Arial" pitchFamily="34" charset="0"/>
              </a:rPr>
              <a:t>Use anonymised reports.</a:t>
            </a:r>
          </a:p>
          <a:p>
            <a:pPr marL="171450" lvl="0" indent="-171450">
              <a:buFont typeface="Arial" panose="020B0604020202020204" pitchFamily="34" charset="0"/>
              <a:buChar char="•"/>
            </a:pPr>
            <a:r>
              <a:rPr lang="en-GB" sz="1050" dirty="0">
                <a:solidFill>
                  <a:srgbClr val="00853E"/>
                </a:solidFill>
                <a:uFill>
                  <a:solidFill>
                    <a:srgbClr val="156B13"/>
                  </a:solidFill>
                </a:uFill>
                <a:latin typeface="Arial" pitchFamily="34" charset="0"/>
                <a:cs typeface="Arial" pitchFamily="34" charset="0"/>
              </a:rPr>
              <a:t>Remove customer names.</a:t>
            </a:r>
          </a:p>
          <a:p>
            <a:pPr marL="171450" lvl="0" indent="-171450">
              <a:buFont typeface="Arial" panose="020B0604020202020204" pitchFamily="34" charset="0"/>
              <a:buChar char="•"/>
            </a:pPr>
            <a:r>
              <a:rPr lang="en-GB" sz="1050" dirty="0">
                <a:solidFill>
                  <a:srgbClr val="00853E"/>
                </a:solidFill>
                <a:uFill>
                  <a:solidFill>
                    <a:srgbClr val="156B13"/>
                  </a:solidFill>
                </a:uFill>
                <a:latin typeface="Arial" pitchFamily="34" charset="0"/>
                <a:cs typeface="Arial" pitchFamily="34" charset="0"/>
              </a:rPr>
              <a:t>Remove personal information.</a:t>
            </a:r>
          </a:p>
          <a:p>
            <a:pPr marL="171450" lvl="0" indent="-171450">
              <a:buFont typeface="Arial" panose="020B0604020202020204" pitchFamily="34" charset="0"/>
              <a:buChar char="•"/>
            </a:pPr>
            <a:r>
              <a:rPr lang="en-GB" sz="1050" dirty="0">
                <a:solidFill>
                  <a:srgbClr val="00853E"/>
                </a:solidFill>
                <a:uFill>
                  <a:solidFill>
                    <a:srgbClr val="156B13"/>
                  </a:solidFill>
                </a:uFill>
                <a:latin typeface="Arial" pitchFamily="34" charset="0"/>
                <a:cs typeface="Arial" pitchFamily="34" charset="0"/>
              </a:rPr>
              <a:t>Upload only approved documents.</a:t>
            </a:r>
          </a:p>
        </p:txBody>
      </p:sp>
      <p:sp>
        <p:nvSpPr>
          <p:cNvPr id="11" name="TextBox 10">
            <a:extLst>
              <a:ext uri="{FF2B5EF4-FFF2-40B4-BE49-F238E27FC236}">
                <a16:creationId xmlns:a16="http://schemas.microsoft.com/office/drawing/2014/main" id="{3BF95E44-3DF2-E929-AEEC-6FD3C3B07BC6}"/>
              </a:ext>
            </a:extLst>
          </p:cNvPr>
          <p:cNvSpPr txBox="1"/>
          <p:nvPr/>
        </p:nvSpPr>
        <p:spPr>
          <a:xfrm>
            <a:off x="8172009" y="1576176"/>
            <a:ext cx="3344253" cy="1061829"/>
          </a:xfrm>
          <a:prstGeom prst="rect">
            <a:avLst/>
          </a:prstGeom>
          <a:noFill/>
        </p:spPr>
        <p:txBody>
          <a:bodyPr wrap="square">
            <a:spAutoFit/>
          </a:bodyPr>
          <a:lstStyle>
            <a:defPPr>
              <a:defRPr lang="en-US"/>
            </a:defPPr>
            <a:lvl1pPr>
              <a:defRPr sz="900">
                <a:solidFill>
                  <a:srgbClr val="00853E"/>
                </a:solidFill>
                <a:uFill>
                  <a:solidFill>
                    <a:srgbClr val="156B13"/>
                  </a:solidFill>
                </a:uFill>
                <a:latin typeface="Arial" pitchFamily="34" charset="0"/>
                <a:cs typeface="Arial" pitchFamily="34" charset="0"/>
              </a:defRPr>
            </a:lvl1pPr>
            <a:lvl2pPr marL="171450" indent="-171450">
              <a:spcBef>
                <a:spcPts val="1800"/>
              </a:spcBef>
              <a:buClr>
                <a:srgbClr val="00853E"/>
              </a:buClr>
              <a:buSzPct val="110000"/>
              <a:buFont typeface="Wingdings" pitchFamily="2" charset="2"/>
              <a:buChar char="§"/>
              <a:defRPr sz="1400">
                <a:solidFill>
                  <a:srgbClr val="6D6E71"/>
                </a:solidFill>
                <a:latin typeface="Arial" pitchFamily="34" charset="0"/>
                <a:cs typeface="Arial" pitchFamily="34" charset="0"/>
              </a:defRPr>
            </a:lvl2pPr>
            <a:lvl3pPr marL="342900" indent="-171450">
              <a:spcBef>
                <a:spcPts val="600"/>
              </a:spcBef>
              <a:buClr>
                <a:schemeClr val="accent4"/>
              </a:buClr>
              <a:buFont typeface="Trebuchet MS" pitchFamily="34" charset="0"/>
              <a:buChar char="—"/>
              <a:defRPr sz="1200">
                <a:solidFill>
                  <a:srgbClr val="6D6E71"/>
                </a:solidFill>
                <a:latin typeface="Arial" pitchFamily="34" charset="0"/>
                <a:cs typeface="Arial" pitchFamily="34" charset="0"/>
              </a:defRPr>
            </a:lvl3pPr>
            <a:lvl4pPr marL="514350" indent="-171450">
              <a:spcBef>
                <a:spcPts val="600"/>
              </a:spcBef>
              <a:buClr>
                <a:schemeClr val="accent4"/>
              </a:buClr>
              <a:buFont typeface="Arial" pitchFamily="34" charset="0"/>
              <a:buChar char="−"/>
              <a:defRPr sz="1200">
                <a:solidFill>
                  <a:srgbClr val="6D6E71"/>
                </a:solidFill>
                <a:latin typeface="Arial" pitchFamily="34" charset="0"/>
                <a:cs typeface="Arial" pitchFamily="34" charset="0"/>
              </a:defRPr>
            </a:lvl4pPr>
            <a:lvl5pPr marL="855663" indent="-166688">
              <a:spcBef>
                <a:spcPct val="20000"/>
              </a:spcBef>
              <a:buClr>
                <a:schemeClr val="accent4"/>
              </a:buClr>
              <a:buFont typeface="Arial" pitchFamily="34" charset="0"/>
              <a:buChar char="−"/>
              <a:defRPr sz="1050">
                <a:solidFill>
                  <a:srgbClr val="6D6E71"/>
                </a:solidFill>
                <a:latin typeface="Arial" pitchFamily="34" charset="0"/>
                <a:cs typeface="Arial" pitchFamily="34" charset="0"/>
              </a:defRPr>
            </a:lvl5pPr>
            <a:lvl6pPr marL="2514600" indent="-228600">
              <a:spcBef>
                <a:spcPct val="20000"/>
              </a:spcBef>
              <a:buFont typeface="Arial"/>
              <a:buChar char="•"/>
              <a:defRPr sz="2000"/>
            </a:lvl6pPr>
            <a:lvl7pPr marL="2971800" indent="-228600">
              <a:spcBef>
                <a:spcPct val="20000"/>
              </a:spcBef>
              <a:buFont typeface="Arial"/>
              <a:buChar char="•"/>
              <a:defRPr sz="2000"/>
            </a:lvl7pPr>
            <a:lvl8pPr marL="3429000" indent="-228600">
              <a:spcBef>
                <a:spcPct val="20000"/>
              </a:spcBef>
              <a:buFont typeface="Arial"/>
              <a:buChar char="•"/>
              <a:defRPr sz="2000"/>
            </a:lvl8pPr>
            <a:lvl9pPr marL="3886200" indent="-228600">
              <a:spcBef>
                <a:spcPct val="20000"/>
              </a:spcBef>
              <a:buFont typeface="Arial"/>
              <a:buChar char="•"/>
              <a:defRPr sz="2000"/>
            </a:lvl9pPr>
          </a:lstStyle>
          <a:p>
            <a:r>
              <a:rPr lang="en-GB" sz="1050" b="1" dirty="0"/>
              <a:t>Human Review:</a:t>
            </a:r>
          </a:p>
          <a:p>
            <a:endParaRPr lang="en-GB" sz="1050" b="1" dirty="0"/>
          </a:p>
          <a:p>
            <a:pPr marL="171450" indent="-171450">
              <a:buFont typeface="Arial" panose="020B0604020202020204" pitchFamily="34" charset="0"/>
              <a:buChar char="•"/>
            </a:pPr>
            <a:r>
              <a:rPr lang="en-GB" sz="1050" dirty="0"/>
              <a:t>Outputs should support decisions but not replace:</a:t>
            </a:r>
          </a:p>
          <a:p>
            <a:pPr marL="171450" indent="-171450">
              <a:buFont typeface="Arial" panose="020B0604020202020204" pitchFamily="34" charset="0"/>
              <a:buChar char="•"/>
            </a:pPr>
            <a:r>
              <a:rPr lang="en-GB" sz="1050" dirty="0"/>
              <a:t>Budget decisions</a:t>
            </a:r>
          </a:p>
          <a:p>
            <a:pPr marL="171450" indent="-171450">
              <a:buFont typeface="Arial" panose="020B0604020202020204" pitchFamily="34" charset="0"/>
              <a:buChar char="•"/>
            </a:pPr>
            <a:r>
              <a:rPr lang="en-GB" sz="1050" dirty="0"/>
              <a:t>Forecasting</a:t>
            </a:r>
          </a:p>
          <a:p>
            <a:pPr marL="171450" indent="-171450">
              <a:buFont typeface="Arial" panose="020B0604020202020204" pitchFamily="34" charset="0"/>
              <a:buChar char="•"/>
            </a:pPr>
            <a:r>
              <a:rPr lang="en-GB" sz="1050" dirty="0"/>
              <a:t>Commercial negotiations</a:t>
            </a:r>
          </a:p>
        </p:txBody>
      </p:sp>
      <p:sp>
        <p:nvSpPr>
          <p:cNvPr id="14" name="Content Placeholder 4">
            <a:extLst>
              <a:ext uri="{FF2B5EF4-FFF2-40B4-BE49-F238E27FC236}">
                <a16:creationId xmlns:a16="http://schemas.microsoft.com/office/drawing/2014/main" id="{8C55E035-6B80-72C2-9145-FB5B45ACEE92}"/>
              </a:ext>
            </a:extLst>
          </p:cNvPr>
          <p:cNvSpPr txBox="1">
            <a:spLocks/>
          </p:cNvSpPr>
          <p:nvPr/>
        </p:nvSpPr>
        <p:spPr>
          <a:xfrm>
            <a:off x="1091320" y="4290621"/>
            <a:ext cx="10099934" cy="1546577"/>
          </a:xfrm>
          <a:prstGeom prst="rect">
            <a:avLst/>
          </a:prstGeom>
          <a:noFill/>
        </p:spPr>
        <p:txBody>
          <a:bodyPr wrap="square">
            <a:spAutoFit/>
          </a:bodyPr>
          <a:lstStyle>
            <a:defPPr>
              <a:defRPr lang="en-US"/>
            </a:defPPr>
            <a:lvl1pPr>
              <a:defRPr sz="900">
                <a:solidFill>
                  <a:srgbClr val="00853E"/>
                </a:solidFill>
                <a:uFill>
                  <a:solidFill>
                    <a:srgbClr val="156B13"/>
                  </a:solidFill>
                </a:uFill>
                <a:latin typeface="Arial" pitchFamily="34" charset="0"/>
                <a:cs typeface="Arial" pitchFamily="34" charset="0"/>
              </a:defRPr>
            </a:lvl1pPr>
            <a:lvl2pPr marL="171450" indent="-171450" algn="l" defTabSz="457200" rtl="0" eaLnBrk="1" latinLnBrk="0" hangingPunct="1">
              <a:spcBef>
                <a:spcPts val="1800"/>
              </a:spcBef>
              <a:buClr>
                <a:srgbClr val="00853E"/>
              </a:buClr>
              <a:buSzPct val="110000"/>
              <a:buFont typeface="Wingdings" pitchFamily="2" charset="2"/>
              <a:buChar char="§"/>
              <a:defRPr sz="1400" kern="1200">
                <a:solidFill>
                  <a:srgbClr val="6D6E71"/>
                </a:solidFill>
                <a:latin typeface="Arial" pitchFamily="34" charset="0"/>
                <a:ea typeface="+mn-ea"/>
                <a:cs typeface="Arial" pitchFamily="34" charset="0"/>
              </a:defRPr>
            </a:lvl2pPr>
            <a:lvl3pPr marL="342900" indent="-171450" algn="l" defTabSz="457200" rtl="0" eaLnBrk="1" latinLnBrk="0" hangingPunct="1">
              <a:spcBef>
                <a:spcPts val="600"/>
              </a:spcBef>
              <a:buClr>
                <a:schemeClr val="accent4"/>
              </a:buClr>
              <a:buFont typeface="Trebuchet MS" pitchFamily="34" charset="0"/>
              <a:buChar char="—"/>
              <a:defRPr sz="1200" kern="1200">
                <a:solidFill>
                  <a:srgbClr val="6D6E71"/>
                </a:solidFill>
                <a:latin typeface="Arial" pitchFamily="34" charset="0"/>
                <a:ea typeface="+mn-ea"/>
                <a:cs typeface="Arial" pitchFamily="34" charset="0"/>
              </a:defRPr>
            </a:lvl3pPr>
            <a:lvl4pPr marL="514350" indent="-171450" algn="l" defTabSz="457200" rtl="0" eaLnBrk="1" latinLnBrk="0" hangingPunct="1">
              <a:spcBef>
                <a:spcPts val="600"/>
              </a:spcBef>
              <a:buClr>
                <a:schemeClr val="accent4"/>
              </a:buClr>
              <a:buFont typeface="Arial" pitchFamily="34" charset="0"/>
              <a:buChar char="−"/>
              <a:defRPr sz="1200" kern="1200">
                <a:solidFill>
                  <a:srgbClr val="6D6E71"/>
                </a:solidFill>
                <a:latin typeface="Arial" pitchFamily="34" charset="0"/>
                <a:ea typeface="+mn-ea"/>
                <a:cs typeface="Arial" pitchFamily="34" charset="0"/>
              </a:defRPr>
            </a:lvl4pPr>
            <a:lvl5pPr marL="855663" indent="-166688" algn="l" defTabSz="457200" rtl="0" eaLnBrk="1" latinLnBrk="0" hangingPunct="1">
              <a:spcBef>
                <a:spcPct val="20000"/>
              </a:spcBef>
              <a:buClr>
                <a:schemeClr val="accent4"/>
              </a:buClr>
              <a:buFont typeface="Arial" pitchFamily="34" charset="0"/>
              <a:buChar char="−"/>
              <a:defRPr sz="1050" kern="1200">
                <a:solidFill>
                  <a:srgbClr val="6D6E71"/>
                </a:solidFill>
                <a:latin typeface="Arial" pitchFamily="34" charset="0"/>
                <a:ea typeface="+mn-ea"/>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050" b="1" dirty="0"/>
              <a:t>Limitations</a:t>
            </a:r>
          </a:p>
          <a:p>
            <a:endParaRPr lang="en-GB" sz="1050" dirty="0"/>
          </a:p>
          <a:p>
            <a:pPr marL="171450" lvl="0" indent="-171450">
              <a:buFont typeface="Wingdings" panose="05000000000000000000" pitchFamily="2" charset="2"/>
              <a:buChar char="Ø"/>
            </a:pPr>
            <a:r>
              <a:rPr lang="en-GB" sz="1050" dirty="0"/>
              <a:t>Agent only knows what is uploaded</a:t>
            </a:r>
          </a:p>
          <a:p>
            <a:pPr marL="171450" lvl="0" indent="-171450">
              <a:buFont typeface="Wingdings" panose="05000000000000000000" pitchFamily="2" charset="2"/>
              <a:buChar char="Ø"/>
            </a:pPr>
            <a:r>
              <a:rPr lang="en-GB" sz="1050" dirty="0"/>
              <a:t>There may not be relevant or available reports – manual requirement to extract data from other reports outside of Inputs folder (e.g. Ice Cream performance)</a:t>
            </a:r>
          </a:p>
          <a:p>
            <a:pPr marL="171450" lvl="0" indent="-171450">
              <a:buFont typeface="Wingdings" panose="05000000000000000000" pitchFamily="2" charset="2"/>
              <a:buChar char="Ø"/>
            </a:pPr>
            <a:r>
              <a:rPr lang="en-GB" sz="1050" dirty="0"/>
              <a:t>Performance data may become outdated</a:t>
            </a:r>
          </a:p>
          <a:p>
            <a:pPr marL="171450" lvl="0" indent="-171450">
              <a:buFont typeface="Wingdings" panose="05000000000000000000" pitchFamily="2" charset="2"/>
              <a:buChar char="Ø"/>
            </a:pPr>
            <a:r>
              <a:rPr lang="en-GB" sz="1050" dirty="0"/>
              <a:t>PDF formatting can occasionally reduce retrieval quality</a:t>
            </a:r>
          </a:p>
          <a:p>
            <a:pPr marL="171450" lvl="0" indent="-171450">
              <a:buFont typeface="Wingdings" panose="05000000000000000000" pitchFamily="2" charset="2"/>
              <a:buChar char="Ø"/>
            </a:pPr>
            <a:r>
              <a:rPr lang="en-GB" sz="1050" dirty="0"/>
              <a:t>Human validation is still needed before external reporting</a:t>
            </a:r>
          </a:p>
          <a:p>
            <a:pPr marL="171450" indent="-171450">
              <a:buFont typeface="Arial" panose="020B0604020202020204" pitchFamily="34" charset="0"/>
              <a:buChar char="•"/>
            </a:pPr>
            <a:endParaRPr lang="en-GB" sz="1050" dirty="0"/>
          </a:p>
          <a:p>
            <a:endParaRPr lang="en-GB" sz="1050" dirty="0"/>
          </a:p>
        </p:txBody>
      </p:sp>
    </p:spTree>
    <p:extLst>
      <p:ext uri="{BB962C8B-B14F-4D97-AF65-F5344CB8AC3E}">
        <p14:creationId xmlns:p14="http://schemas.microsoft.com/office/powerpoint/2010/main" val="207167421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C6566-83AA-F078-55C7-BF94F53F4FF9}"/>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64D49128-3116-A0DF-5152-562CB2646922}"/>
              </a:ext>
            </a:extLst>
          </p:cNvPr>
          <p:cNvSpPr>
            <a:spLocks noGrp="1" noChangeArrowheads="1"/>
          </p:cNvSpPr>
          <p:nvPr>
            <p:ph type="title"/>
          </p:nvPr>
        </p:nvSpPr>
        <p:spPr>
          <a:xfrm>
            <a:off x="650240" y="48498"/>
            <a:ext cx="9356401" cy="923052"/>
          </a:xfrm>
        </p:spPr>
        <p:txBody>
          <a:bodyPr/>
          <a:lstStyle/>
          <a:p>
            <a:r>
              <a:rPr lang="en-US" dirty="0"/>
              <a:t>System Instructions</a:t>
            </a:r>
          </a:p>
        </p:txBody>
      </p:sp>
      <p:sp>
        <p:nvSpPr>
          <p:cNvPr id="2" name="Slide Number Placeholder 2">
            <a:extLst>
              <a:ext uri="{FF2B5EF4-FFF2-40B4-BE49-F238E27FC236}">
                <a16:creationId xmlns:a16="http://schemas.microsoft.com/office/drawing/2014/main" id="{E056647E-9A52-555E-6BF4-0E021B73B2F2}"/>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8</a:t>
            </a:fld>
            <a:endParaRPr lang="en-US" dirty="0"/>
          </a:p>
        </p:txBody>
      </p:sp>
      <p:sp>
        <p:nvSpPr>
          <p:cNvPr id="3" name="Title 7">
            <a:extLst>
              <a:ext uri="{FF2B5EF4-FFF2-40B4-BE49-F238E27FC236}">
                <a16:creationId xmlns:a16="http://schemas.microsoft.com/office/drawing/2014/main" id="{7ED44B9D-9F1E-79A3-4916-3FCE8D495309}"/>
              </a:ext>
            </a:extLst>
          </p:cNvPr>
          <p:cNvSpPr txBox="1">
            <a:spLocks/>
          </p:cNvSpPr>
          <p:nvPr/>
        </p:nvSpPr>
        <p:spPr>
          <a:xfrm>
            <a:off x="674053" y="6468893"/>
            <a:ext cx="3343160" cy="259911"/>
          </a:xfrm>
          <a:prstGeom prst="rect">
            <a:avLst/>
          </a:prstGeom>
        </p:spPr>
        <p:txBody>
          <a:bodyPr vert="horz" lIns="0" tIns="45720" rIns="91440" bIns="45720" rtlCol="0" anchor="b" anchorCtr="0">
            <a:noAutofit/>
          </a:bodyPr>
          <a:lstStyle/>
          <a:p>
            <a:pPr>
              <a:spcBef>
                <a:spcPct val="0"/>
              </a:spcBef>
              <a:defRPr/>
            </a:pPr>
            <a:r>
              <a:rPr lang="en-US" sz="900" dirty="0">
                <a:solidFill>
                  <a:srgbClr val="6D6E71"/>
                </a:solidFill>
                <a:latin typeface="Arial" pitchFamily="34" charset="0"/>
                <a:ea typeface="+mj-ea"/>
                <a:cs typeface="Arial" pitchFamily="34" charset="0"/>
              </a:rPr>
              <a:t>Source: Bottom anchored.</a:t>
            </a:r>
          </a:p>
        </p:txBody>
      </p:sp>
      <p:sp>
        <p:nvSpPr>
          <p:cNvPr id="5" name="Content Placeholder 4">
            <a:extLst>
              <a:ext uri="{FF2B5EF4-FFF2-40B4-BE49-F238E27FC236}">
                <a16:creationId xmlns:a16="http://schemas.microsoft.com/office/drawing/2014/main" id="{54C6B615-1350-D392-2EC0-D7886199BAD8}"/>
              </a:ext>
            </a:extLst>
          </p:cNvPr>
          <p:cNvSpPr>
            <a:spLocks noGrp="1"/>
          </p:cNvSpPr>
          <p:nvPr>
            <p:ph idx="1"/>
          </p:nvPr>
        </p:nvSpPr>
        <p:spPr>
          <a:xfrm>
            <a:off x="900746" y="1237190"/>
            <a:ext cx="7501382" cy="5443268"/>
          </a:xfrm>
        </p:spPr>
        <p:txBody>
          <a:bodyPr>
            <a:normAutofit/>
          </a:bodyPr>
          <a:lstStyle/>
          <a:p>
            <a:r>
              <a:rPr lang="en-GB" sz="900" dirty="0"/>
              <a:t>Clearly define the agent’s role, how it uses knowledge sources, and how it responds when information is unavailable. </a:t>
            </a:r>
          </a:p>
          <a:p>
            <a:pPr marL="171450" indent="-171450">
              <a:buFont typeface="Arial" panose="020B0604020202020204" pitchFamily="34" charset="0"/>
              <a:buChar char="•"/>
            </a:pPr>
            <a:r>
              <a:rPr lang="en-GB" sz="900" b="0" dirty="0"/>
              <a:t>You are the Lyle's Brand Performance Intelligence Agent.</a:t>
            </a:r>
          </a:p>
          <a:p>
            <a:pPr marL="171450" indent="-171450">
              <a:buFont typeface="Arial" panose="020B0604020202020204" pitchFamily="34" charset="0"/>
              <a:buChar char="•"/>
            </a:pPr>
            <a:r>
              <a:rPr lang="en-GB" sz="900" b="0" dirty="0"/>
              <a:t>Only answer using information found in uploaded documents.</a:t>
            </a:r>
          </a:p>
          <a:p>
            <a:pPr marL="171450" indent="-171450">
              <a:buFont typeface="Arial" panose="020B0604020202020204" pitchFamily="34" charset="0"/>
              <a:buChar char="•"/>
            </a:pPr>
            <a:r>
              <a:rPr lang="en-GB" sz="900" b="0" dirty="0"/>
              <a:t>Prioritise the most recent reporting period when timeframe is not identified </a:t>
            </a:r>
          </a:p>
          <a:p>
            <a:pPr marL="171450" indent="-171450">
              <a:buFont typeface="Arial" panose="020B0604020202020204" pitchFamily="34" charset="0"/>
              <a:buChar char="•"/>
            </a:pPr>
            <a:r>
              <a:rPr lang="en-GB" sz="900" b="0" dirty="0"/>
              <a:t>If information cannot be found, state: "I could not locate this information in the available files."</a:t>
            </a:r>
          </a:p>
          <a:p>
            <a:pPr marL="171450" indent="-171450">
              <a:buFont typeface="Arial" panose="020B0604020202020204" pitchFamily="34" charset="0"/>
              <a:buChar char="•"/>
            </a:pPr>
            <a:r>
              <a:rPr lang="en-GB" sz="900" b="0" dirty="0"/>
              <a:t>Always:</a:t>
            </a:r>
          </a:p>
          <a:p>
            <a:r>
              <a:rPr lang="en-GB" sz="900" b="0" dirty="0"/>
              <a:t>- Provide the relevant metric</a:t>
            </a:r>
          </a:p>
          <a:p>
            <a:r>
              <a:rPr lang="en-GB" sz="900" b="0" dirty="0"/>
              <a:t>- Include the reporting period</a:t>
            </a:r>
          </a:p>
          <a:p>
            <a:r>
              <a:rPr lang="en-GB" sz="900" b="0" dirty="0"/>
              <a:t>- Cite the source document</a:t>
            </a:r>
          </a:p>
          <a:p>
            <a:r>
              <a:rPr lang="en-GB" sz="900" b="0" dirty="0"/>
              <a:t>- Highlight any assumptions</a:t>
            </a:r>
          </a:p>
          <a:p>
            <a:pPr marL="171450" indent="-171450">
              <a:buFont typeface="Arial" panose="020B0604020202020204" pitchFamily="34" charset="0"/>
              <a:buChar char="•"/>
            </a:pPr>
            <a:r>
              <a:rPr lang="en-GB" sz="900" b="0" dirty="0"/>
              <a:t>Never invent figures.</a:t>
            </a:r>
          </a:p>
          <a:p>
            <a:pPr marL="171450" indent="-171450">
              <a:buFont typeface="Arial" panose="020B0604020202020204" pitchFamily="34" charset="0"/>
              <a:buChar char="•"/>
            </a:pPr>
            <a:r>
              <a:rPr lang="en-GB" sz="900" b="0" dirty="0"/>
              <a:t>Never estimate missing data.</a:t>
            </a:r>
          </a:p>
          <a:p>
            <a:endParaRPr lang="en-GB" sz="900" b="0" dirty="0"/>
          </a:p>
        </p:txBody>
      </p:sp>
      <p:sp>
        <p:nvSpPr>
          <p:cNvPr id="12" name="TextBox 11">
            <a:extLst>
              <a:ext uri="{FF2B5EF4-FFF2-40B4-BE49-F238E27FC236}">
                <a16:creationId xmlns:a16="http://schemas.microsoft.com/office/drawing/2014/main" id="{1A6F625B-47F6-68F2-D190-60522573854E}"/>
              </a:ext>
            </a:extLst>
          </p:cNvPr>
          <p:cNvSpPr txBox="1"/>
          <p:nvPr/>
        </p:nvSpPr>
        <p:spPr>
          <a:xfrm>
            <a:off x="8848112" y="5049242"/>
            <a:ext cx="3062379" cy="1631216"/>
          </a:xfrm>
          <a:prstGeom prst="rect">
            <a:avLst/>
          </a:prstGeom>
          <a:noFill/>
        </p:spPr>
        <p:txBody>
          <a:bodyPr wrap="square" rtlCol="0">
            <a:spAutoFit/>
          </a:bodyPr>
          <a:lstStyle/>
          <a:p>
            <a:r>
              <a:rPr lang="en-GB" sz="1000" b="1" dirty="0">
                <a:solidFill>
                  <a:srgbClr val="00853E"/>
                </a:solidFill>
                <a:uFill>
                  <a:solidFill>
                    <a:srgbClr val="156B13"/>
                  </a:solidFill>
                </a:uFill>
                <a:latin typeface="Arial" pitchFamily="34" charset="0"/>
                <a:cs typeface="Arial" pitchFamily="34" charset="0"/>
              </a:rPr>
              <a:t>Example prompt template:</a:t>
            </a:r>
          </a:p>
          <a:p>
            <a:endParaRPr lang="en-GB" sz="1000" b="1" dirty="0">
              <a:solidFill>
                <a:srgbClr val="00853E"/>
              </a:solidFill>
              <a:uFill>
                <a:solidFill>
                  <a:srgbClr val="156B13"/>
                </a:solidFill>
              </a:uFill>
              <a:latin typeface="Arial" pitchFamily="34" charset="0"/>
              <a:cs typeface="Arial" pitchFamily="34" charset="0"/>
            </a:endParaRPr>
          </a:p>
          <a:p>
            <a:r>
              <a:rPr lang="en-GB" sz="1000" dirty="0">
                <a:solidFill>
                  <a:srgbClr val="00853E"/>
                </a:solidFill>
                <a:uFill>
                  <a:solidFill>
                    <a:srgbClr val="156B13"/>
                  </a:solidFill>
                </a:uFill>
                <a:latin typeface="Arial" pitchFamily="34" charset="0"/>
                <a:cs typeface="Arial" pitchFamily="34" charset="0"/>
              </a:rPr>
              <a:t>Performance summary should include:</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Focus on the Lyle’s brand only </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Sales total (value and volume)</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Sales variance vs previous period if available </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Market or category share</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Competitor performance if available </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Key wins</a:t>
            </a:r>
          </a:p>
          <a:p>
            <a:pPr marL="171450" indent="-171450">
              <a:buFontTx/>
              <a:buChar char="-"/>
            </a:pPr>
            <a:r>
              <a:rPr lang="en-GB" sz="1000" dirty="0">
                <a:solidFill>
                  <a:srgbClr val="00853E"/>
                </a:solidFill>
                <a:uFill>
                  <a:solidFill>
                    <a:srgbClr val="156B13"/>
                  </a:solidFill>
                </a:uFill>
                <a:latin typeface="Arial" pitchFamily="34" charset="0"/>
                <a:cs typeface="Arial" pitchFamily="34" charset="0"/>
              </a:rPr>
              <a:t>Key challenges </a:t>
            </a:r>
          </a:p>
        </p:txBody>
      </p:sp>
      <p:sp>
        <p:nvSpPr>
          <p:cNvPr id="14" name="TextBox 13">
            <a:extLst>
              <a:ext uri="{FF2B5EF4-FFF2-40B4-BE49-F238E27FC236}">
                <a16:creationId xmlns:a16="http://schemas.microsoft.com/office/drawing/2014/main" id="{0A419B69-5BAF-F303-6AA8-CD753B79D58B}"/>
              </a:ext>
            </a:extLst>
          </p:cNvPr>
          <p:cNvSpPr txBox="1"/>
          <p:nvPr/>
        </p:nvSpPr>
        <p:spPr>
          <a:xfrm>
            <a:off x="3303183" y="5598564"/>
            <a:ext cx="3813543" cy="646331"/>
          </a:xfrm>
          <a:prstGeom prst="rect">
            <a:avLst/>
          </a:prstGeom>
          <a:noFill/>
        </p:spPr>
        <p:txBody>
          <a:bodyPr wrap="square">
            <a:spAutoFit/>
          </a:bodyPr>
          <a:lstStyle/>
          <a:p>
            <a:r>
              <a:rPr lang="en-GB" sz="900" b="1" dirty="0">
                <a:solidFill>
                  <a:srgbClr val="00853E"/>
                </a:solidFill>
                <a:uFill>
                  <a:solidFill>
                    <a:srgbClr val="156B13"/>
                  </a:solidFill>
                </a:uFill>
                <a:latin typeface="Arial" pitchFamily="34" charset="0"/>
                <a:cs typeface="Arial" pitchFamily="34" charset="0"/>
              </a:rPr>
              <a:t>Privacy Controls: </a:t>
            </a:r>
          </a:p>
          <a:p>
            <a:pPr marL="171450" lvl="0" indent="-171450">
              <a:buFont typeface="Arial" panose="020B0604020202020204" pitchFamily="34" charset="0"/>
              <a:buChar char="•"/>
            </a:pPr>
            <a:r>
              <a:rPr lang="en-GB" sz="900" dirty="0">
                <a:solidFill>
                  <a:srgbClr val="00853E"/>
                </a:solidFill>
                <a:uFill>
                  <a:solidFill>
                    <a:srgbClr val="156B13"/>
                  </a:solidFill>
                </a:uFill>
                <a:latin typeface="Arial" pitchFamily="34" charset="0"/>
                <a:cs typeface="Arial" pitchFamily="34" charset="0"/>
              </a:rPr>
              <a:t>Use anonymised reports.</a:t>
            </a:r>
          </a:p>
          <a:p>
            <a:pPr marL="171450" lvl="0" indent="-171450">
              <a:buFont typeface="Arial" panose="020B0604020202020204" pitchFamily="34" charset="0"/>
              <a:buChar char="•"/>
            </a:pPr>
            <a:r>
              <a:rPr lang="en-GB" sz="900" dirty="0">
                <a:solidFill>
                  <a:srgbClr val="00853E"/>
                </a:solidFill>
                <a:uFill>
                  <a:solidFill>
                    <a:srgbClr val="156B13"/>
                  </a:solidFill>
                </a:uFill>
                <a:latin typeface="Arial" pitchFamily="34" charset="0"/>
                <a:cs typeface="Arial" pitchFamily="34" charset="0"/>
              </a:rPr>
              <a:t>Remove customer names.</a:t>
            </a:r>
          </a:p>
          <a:p>
            <a:pPr marL="171450" lvl="0" indent="-171450">
              <a:buFont typeface="Arial" panose="020B0604020202020204" pitchFamily="34" charset="0"/>
              <a:buChar char="•"/>
            </a:pPr>
            <a:r>
              <a:rPr lang="en-GB" sz="900" dirty="0">
                <a:solidFill>
                  <a:srgbClr val="00853E"/>
                </a:solidFill>
                <a:uFill>
                  <a:solidFill>
                    <a:srgbClr val="156B13"/>
                  </a:solidFill>
                </a:uFill>
                <a:latin typeface="Arial" pitchFamily="34" charset="0"/>
                <a:cs typeface="Arial" pitchFamily="34" charset="0"/>
              </a:rPr>
              <a:t>Remove personal information.</a:t>
            </a:r>
          </a:p>
        </p:txBody>
      </p:sp>
    </p:spTree>
    <p:extLst>
      <p:ext uri="{BB962C8B-B14F-4D97-AF65-F5344CB8AC3E}">
        <p14:creationId xmlns:p14="http://schemas.microsoft.com/office/powerpoint/2010/main" val="13119206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09DD5-72E4-9EEA-98B7-D13EBDACC739}"/>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2B790331-F108-6D09-3F1D-41015AC558F2}"/>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9</a:t>
            </a:fld>
            <a:endParaRPr lang="en-US" dirty="0"/>
          </a:p>
        </p:txBody>
      </p:sp>
      <p:sp>
        <p:nvSpPr>
          <p:cNvPr id="4" name="Rectangle 2">
            <a:extLst>
              <a:ext uri="{FF2B5EF4-FFF2-40B4-BE49-F238E27FC236}">
                <a16:creationId xmlns:a16="http://schemas.microsoft.com/office/drawing/2014/main" id="{4F29F897-5AE7-383B-8D3D-25DCB5455F50}"/>
              </a:ext>
            </a:extLst>
          </p:cNvPr>
          <p:cNvSpPr txBox="1">
            <a:spLocks noChangeArrowheads="1"/>
          </p:cNvSpPr>
          <p:nvPr/>
        </p:nvSpPr>
        <p:spPr>
          <a:xfrm>
            <a:off x="650240" y="48498"/>
            <a:ext cx="9356401" cy="923052"/>
          </a:xfrm>
          <a:prstGeom prst="rect">
            <a:avLst/>
          </a:prstGeom>
        </p:spPr>
        <p:txBody>
          <a:bodyPr vert="horz" lIns="0" tIns="45720" rIns="91440" bIns="45720" rtlCol="0" anchor="b">
            <a:noAutofit/>
          </a:bodyPr>
          <a:lstStyle>
            <a:lvl1pPr algn="l" defTabSz="457200" rtl="0" eaLnBrk="1" latinLnBrk="0" hangingPunct="1">
              <a:lnSpc>
                <a:spcPts val="2800"/>
              </a:lnSpc>
              <a:spcBef>
                <a:spcPct val="0"/>
              </a:spcBef>
              <a:buNone/>
              <a:defRPr sz="2400" b="1" kern="1200" cap="none" baseline="0">
                <a:solidFill>
                  <a:srgbClr val="00853E"/>
                </a:solidFill>
                <a:latin typeface="Arial" pitchFamily="34" charset="0"/>
                <a:ea typeface="+mj-ea"/>
                <a:cs typeface="Arial" pitchFamily="34" charset="0"/>
              </a:defRPr>
            </a:lvl1pPr>
          </a:lstStyle>
          <a:p>
            <a:r>
              <a:rPr lang="en-US" dirty="0"/>
              <a:t>Final Agent Instructions</a:t>
            </a:r>
          </a:p>
        </p:txBody>
      </p:sp>
      <p:sp>
        <p:nvSpPr>
          <p:cNvPr id="17" name="TextBox 16">
            <a:extLst>
              <a:ext uri="{FF2B5EF4-FFF2-40B4-BE49-F238E27FC236}">
                <a16:creationId xmlns:a16="http://schemas.microsoft.com/office/drawing/2014/main" id="{7927CC26-68B4-5E4D-71F5-5AB2AC39BD05}"/>
              </a:ext>
            </a:extLst>
          </p:cNvPr>
          <p:cNvSpPr txBox="1"/>
          <p:nvPr/>
        </p:nvSpPr>
        <p:spPr>
          <a:xfrm>
            <a:off x="650240" y="1191913"/>
            <a:ext cx="7856313" cy="5878532"/>
          </a:xfrm>
          <a:prstGeom prst="rect">
            <a:avLst/>
          </a:prstGeom>
          <a:noFill/>
        </p:spPr>
        <p:txBody>
          <a:bodyPr wrap="square">
            <a:spAutoFit/>
          </a:bodyPr>
          <a:lstStyle/>
          <a:p>
            <a:pPr indent="0" algn="l">
              <a:lnSpc>
                <a:spcPct val="100000"/>
              </a:lnSpc>
              <a:buNone/>
            </a:pPr>
            <a:r>
              <a:rPr lang="en-GB" sz="800" b="1" i="0" dirty="0">
                <a:solidFill>
                  <a:schemeClr val="tx1"/>
                </a:solidFill>
                <a:effectLst/>
                <a:latin typeface="+mn-lt"/>
              </a:rPr>
              <a:t>Instructions</a:t>
            </a:r>
          </a:p>
          <a:p>
            <a:pPr indent="0" algn="l">
              <a:lnSpc>
                <a:spcPct val="100000"/>
              </a:lnSpc>
              <a:buNone/>
            </a:pPr>
            <a:r>
              <a:rPr lang="en-GB" sz="800" b="1" i="0" dirty="0">
                <a:solidFill>
                  <a:schemeClr val="tx1"/>
                </a:solidFill>
                <a:effectLst/>
                <a:latin typeface="+mn-lt"/>
              </a:rPr>
              <a:t>Purpose</a:t>
            </a:r>
          </a:p>
          <a:p>
            <a:pPr indent="0" algn="l">
              <a:lnSpc>
                <a:spcPct val="100000"/>
              </a:lnSpc>
              <a:buNone/>
            </a:pPr>
            <a:r>
              <a:rPr lang="en-GB" sz="800" b="0" i="0" dirty="0">
                <a:solidFill>
                  <a:schemeClr val="tx1"/>
                </a:solidFill>
                <a:effectLst/>
                <a:latin typeface="+mn-lt"/>
              </a:rPr>
              <a:t>Help Marketing and Commercial teams find approved Lyle’s brand-performance statistics and insight summaries in under one minute.</a:t>
            </a:r>
          </a:p>
          <a:p>
            <a:pPr indent="0" algn="l">
              <a:lnSpc>
                <a:spcPct val="100000"/>
              </a:lnSpc>
              <a:buNone/>
            </a:pPr>
            <a:r>
              <a:rPr lang="en-GB" sz="800" b="1" i="0" dirty="0">
                <a:solidFill>
                  <a:schemeClr val="tx1"/>
                </a:solidFill>
                <a:effectLst/>
                <a:latin typeface="+mn-lt"/>
              </a:rPr>
              <a:t>General Guidelines</a:t>
            </a:r>
          </a:p>
          <a:p>
            <a:pPr marL="342900" lvl="0" indent="-342900" algn="l">
              <a:buFont typeface="Arial" panose="020B0604020202020204" pitchFamily="34" charset="0"/>
              <a:buChar char="•"/>
            </a:pPr>
            <a:r>
              <a:rPr lang="en-GB" sz="800" b="0" i="0" dirty="0">
                <a:solidFill>
                  <a:schemeClr val="tx1"/>
                </a:solidFill>
                <a:effectLst/>
                <a:latin typeface="+mn-lt"/>
              </a:rPr>
              <a:t>Use only the configured Lyle’s knowledge sources.</a:t>
            </a:r>
          </a:p>
          <a:p>
            <a:pPr marL="342900" lvl="0" indent="-342900" algn="l">
              <a:buFont typeface="Arial" panose="020B0604020202020204" pitchFamily="34" charset="0"/>
              <a:buChar char="•"/>
            </a:pPr>
            <a:r>
              <a:rPr lang="en-GB" sz="800" b="0" i="0" dirty="0">
                <a:solidFill>
                  <a:schemeClr val="tx1"/>
                </a:solidFill>
                <a:effectLst/>
                <a:latin typeface="+mn-lt"/>
              </a:rPr>
              <a:t>Prioritise the most recent reporting period when the user does not specify a timeframe.</a:t>
            </a:r>
          </a:p>
          <a:p>
            <a:pPr marL="342900" lvl="0" indent="-342900" algn="l">
              <a:buFont typeface="Arial" panose="020B0604020202020204" pitchFamily="34" charset="0"/>
              <a:buChar char="•"/>
            </a:pPr>
            <a:r>
              <a:rPr lang="en-GB" sz="800" b="0" i="0" dirty="0">
                <a:solidFill>
                  <a:schemeClr val="tx1"/>
                </a:solidFill>
                <a:effectLst/>
                <a:latin typeface="+mn-lt"/>
              </a:rPr>
              <a:t>Never invent figures, estimate missing data, or present assumptions as facts.</a:t>
            </a:r>
          </a:p>
          <a:p>
            <a:pPr marL="342900" lvl="0" indent="-342900" algn="l">
              <a:buFont typeface="Arial" panose="020B0604020202020204" pitchFamily="34" charset="0"/>
              <a:buChar char="•"/>
            </a:pPr>
            <a:r>
              <a:rPr lang="en-GB" sz="800" b="0" i="0" dirty="0">
                <a:solidFill>
                  <a:schemeClr val="tx1"/>
                </a:solidFill>
                <a:effectLst/>
                <a:latin typeface="+mn-lt"/>
              </a:rPr>
              <a:t>If the requested information is unavailable, say: </a:t>
            </a:r>
            <a:r>
              <a:rPr lang="en-GB" sz="800" b="1" i="0" dirty="0">
                <a:solidFill>
                  <a:schemeClr val="tx1"/>
                </a:solidFill>
                <a:effectLst/>
                <a:latin typeface="+mn-lt"/>
              </a:rPr>
              <a:t>“I could not locate this information in the available files.”</a:t>
            </a:r>
            <a:endParaRPr lang="en-GB" sz="800" b="0" i="0" dirty="0">
              <a:solidFill>
                <a:schemeClr val="tx1"/>
              </a:solidFill>
              <a:effectLst/>
              <a:latin typeface="+mn-lt"/>
            </a:endParaRPr>
          </a:p>
          <a:p>
            <a:pPr marL="342900" lvl="0" indent="-342900" algn="l">
              <a:buFont typeface="Arial" panose="020B0604020202020204" pitchFamily="34" charset="0"/>
              <a:buChar char="•"/>
            </a:pPr>
            <a:r>
              <a:rPr lang="en-GB" sz="800" b="0" i="0" dirty="0">
                <a:solidFill>
                  <a:schemeClr val="tx1"/>
                </a:solidFill>
                <a:effectLst/>
                <a:latin typeface="+mn-lt"/>
              </a:rPr>
              <a:t>Protect confidential information: remove personal data, use anonymised findings, and omit restricted details that are unnecessary to answer the question.</a:t>
            </a:r>
          </a:p>
          <a:p>
            <a:pPr marL="342900" lvl="0" indent="-342900" algn="l">
              <a:buFont typeface="Arial" panose="020B0604020202020204" pitchFamily="34" charset="0"/>
              <a:buChar char="•"/>
            </a:pPr>
            <a:r>
              <a:rPr lang="en-GB" sz="800" b="0" i="0" dirty="0">
                <a:solidFill>
                  <a:schemeClr val="tx1"/>
                </a:solidFill>
                <a:effectLst/>
                <a:latin typeface="+mn-lt"/>
              </a:rPr>
              <a:t>Keep answers concise, commercially useful, and written for Marketing and Commercial teams.</a:t>
            </a:r>
          </a:p>
          <a:p>
            <a:pPr indent="0" algn="l">
              <a:lnSpc>
                <a:spcPct val="100000"/>
              </a:lnSpc>
              <a:buNone/>
            </a:pPr>
            <a:r>
              <a:rPr lang="en-GB" sz="800" b="1" i="0" dirty="0">
                <a:solidFill>
                  <a:schemeClr val="tx1"/>
                </a:solidFill>
                <a:effectLst/>
                <a:latin typeface="+mn-lt"/>
              </a:rPr>
              <a:t>Skills</a:t>
            </a:r>
          </a:p>
          <a:p>
            <a:pPr marL="342900" lvl="0" indent="-342900" algn="l">
              <a:buFont typeface="Arial" panose="020B0604020202020204" pitchFamily="34" charset="0"/>
              <a:buChar char="•"/>
            </a:pPr>
            <a:r>
              <a:rPr lang="en-GB" sz="800" b="0" i="0" dirty="0">
                <a:solidFill>
                  <a:schemeClr val="tx1"/>
                </a:solidFill>
                <a:effectLst/>
                <a:latin typeface="+mn-lt"/>
              </a:rPr>
              <a:t>Search the approved performance, consumer, shopper, innovation, market, retailer, and trade-marketing sources.</a:t>
            </a:r>
          </a:p>
          <a:p>
            <a:pPr marL="342900" lvl="0" indent="-342900" algn="l">
              <a:buFont typeface="Arial" panose="020B0604020202020204" pitchFamily="34" charset="0"/>
              <a:buChar char="•"/>
            </a:pPr>
            <a:r>
              <a:rPr lang="en-GB" sz="800" b="0" i="0" dirty="0">
                <a:solidFill>
                  <a:schemeClr val="tx1"/>
                </a:solidFill>
                <a:effectLst/>
                <a:latin typeface="+mn-lt"/>
              </a:rPr>
              <a:t>Retrieve the most relevant metric and its reporting period.</a:t>
            </a:r>
          </a:p>
          <a:p>
            <a:pPr marL="342900" lvl="0" indent="-342900" algn="l">
              <a:buFont typeface="Arial" panose="020B0604020202020204" pitchFamily="34" charset="0"/>
              <a:buChar char="•"/>
            </a:pPr>
            <a:r>
              <a:rPr lang="en-GB" sz="800" b="0" i="0" dirty="0">
                <a:solidFill>
                  <a:schemeClr val="tx1"/>
                </a:solidFill>
                <a:effectLst/>
                <a:latin typeface="+mn-lt"/>
              </a:rPr>
              <a:t>Summarise the key implication for the brand or commercial decision.</a:t>
            </a:r>
          </a:p>
          <a:p>
            <a:pPr marL="342900" lvl="0" indent="-342900" algn="l">
              <a:buFont typeface="Arial" panose="020B0604020202020204" pitchFamily="34" charset="0"/>
              <a:buChar char="•"/>
            </a:pPr>
            <a:r>
              <a:rPr lang="en-GB" sz="800" b="0" i="0" dirty="0">
                <a:solidFill>
                  <a:schemeClr val="tx1"/>
                </a:solidFill>
                <a:effectLst/>
                <a:latin typeface="+mn-lt"/>
              </a:rPr>
              <a:t>Cite the source document used.</a:t>
            </a:r>
          </a:p>
          <a:p>
            <a:pPr marL="342900" lvl="0" indent="-342900" algn="l">
              <a:buFont typeface="Arial" panose="020B0604020202020204" pitchFamily="34" charset="0"/>
              <a:buChar char="•"/>
            </a:pPr>
            <a:r>
              <a:rPr lang="en-GB" sz="800" b="0" i="0" dirty="0">
                <a:solidFill>
                  <a:schemeClr val="tx1"/>
                </a:solidFill>
                <a:effectLst/>
                <a:latin typeface="+mn-lt"/>
              </a:rPr>
              <a:t>Highlight limitations, assumptions, and conflicts between reports.</a:t>
            </a:r>
          </a:p>
          <a:p>
            <a:pPr indent="0" algn="l">
              <a:lnSpc>
                <a:spcPct val="100000"/>
              </a:lnSpc>
              <a:buNone/>
            </a:pPr>
            <a:r>
              <a:rPr lang="en-GB" sz="800" b="1" i="0" dirty="0">
                <a:solidFill>
                  <a:schemeClr val="tx1"/>
                </a:solidFill>
                <a:effectLst/>
                <a:latin typeface="+mn-lt"/>
              </a:rPr>
              <a:t>Step-by-Step Instructions</a:t>
            </a:r>
          </a:p>
          <a:p>
            <a:pPr marL="342900" lvl="0" indent="-342900" algn="l">
              <a:buFont typeface="+mj-lt"/>
              <a:buAutoNum type="arabicPeriod"/>
            </a:pPr>
            <a:r>
              <a:rPr lang="en-GB" sz="800" b="1" i="0" dirty="0">
                <a:solidFill>
                  <a:schemeClr val="tx1"/>
                </a:solidFill>
                <a:effectLst/>
                <a:latin typeface="+mn-lt"/>
              </a:rPr>
              <a:t>Interpret the request</a:t>
            </a:r>
            <a:endParaRPr lang="en-GB" sz="800" b="0" i="0" dirty="0">
              <a:solidFill>
                <a:schemeClr val="tx1"/>
              </a:solidFill>
              <a:effectLst/>
              <a:latin typeface="+mn-lt"/>
            </a:endParaRPr>
          </a:p>
          <a:p>
            <a:pPr marL="742950" lvl="1" indent="-285750" algn="l">
              <a:buFont typeface="+mj-lt"/>
              <a:buAutoNum type="arabicPeriod"/>
            </a:pPr>
            <a:r>
              <a:rPr lang="en-GB" sz="800" b="0" i="0" dirty="0">
                <a:solidFill>
                  <a:schemeClr val="tx1"/>
                </a:solidFill>
                <a:effectLst/>
                <a:latin typeface="+mn-lt"/>
              </a:rPr>
              <a:t>Identify the metric, brand or product, market or retailer, and requested timeframe.</a:t>
            </a:r>
          </a:p>
          <a:p>
            <a:pPr marL="742950" lvl="1" indent="-285750" algn="l">
              <a:buFont typeface="+mj-lt"/>
              <a:buAutoNum type="arabicPeriod"/>
            </a:pPr>
            <a:r>
              <a:rPr lang="en-GB" sz="800" b="0" i="0" dirty="0">
                <a:solidFill>
                  <a:schemeClr val="tx1"/>
                </a:solidFill>
                <a:effectLst/>
                <a:latin typeface="+mn-lt"/>
              </a:rPr>
              <a:t>If no timeframe is given, use the newest available reporting period and state that choice as an assumption.</a:t>
            </a:r>
          </a:p>
          <a:p>
            <a:pPr marL="342900" lvl="0" indent="-342900" algn="l">
              <a:buFont typeface="+mj-lt"/>
              <a:buAutoNum type="arabicPeriod"/>
            </a:pPr>
            <a:r>
              <a:rPr lang="en-GB" sz="800" b="1" i="0" dirty="0">
                <a:solidFill>
                  <a:schemeClr val="tx1"/>
                </a:solidFill>
                <a:effectLst/>
                <a:latin typeface="+mn-lt"/>
              </a:rPr>
              <a:t>Find and validate evidence</a:t>
            </a:r>
            <a:endParaRPr lang="en-GB" sz="800" b="0" i="0" dirty="0">
              <a:solidFill>
                <a:schemeClr val="tx1"/>
              </a:solidFill>
              <a:effectLst/>
              <a:latin typeface="+mn-lt"/>
            </a:endParaRPr>
          </a:p>
          <a:p>
            <a:pPr marL="742950" lvl="1" indent="-285750" algn="l">
              <a:buFont typeface="+mj-lt"/>
              <a:buAutoNum type="arabicPeriod"/>
            </a:pPr>
            <a:r>
              <a:rPr lang="en-GB" sz="800" b="0" i="0" dirty="0">
                <a:solidFill>
                  <a:schemeClr val="tx1"/>
                </a:solidFill>
                <a:effectLst/>
                <a:latin typeface="+mn-lt"/>
              </a:rPr>
              <a:t>Search the configured knowledge sources for the requested information.</a:t>
            </a:r>
          </a:p>
          <a:p>
            <a:pPr marL="742950" lvl="1" indent="-285750" algn="l">
              <a:buFont typeface="+mj-lt"/>
              <a:buAutoNum type="arabicPeriod"/>
            </a:pPr>
            <a:r>
              <a:rPr lang="en-GB" sz="800" b="0" i="0" dirty="0">
                <a:solidFill>
                  <a:schemeClr val="tx1"/>
                </a:solidFill>
                <a:effectLst/>
                <a:latin typeface="+mn-lt"/>
              </a:rPr>
              <a:t>Prefer the newest approved report that directly answers the question.</a:t>
            </a:r>
          </a:p>
          <a:p>
            <a:pPr marL="742950" lvl="1" indent="-285750" algn="l">
              <a:buFont typeface="+mj-lt"/>
              <a:buAutoNum type="arabicPeriod"/>
            </a:pPr>
            <a:r>
              <a:rPr lang="en-GB" sz="800" b="0" i="0" dirty="0">
                <a:solidFill>
                  <a:schemeClr val="tx1"/>
                </a:solidFill>
                <a:effectLst/>
                <a:latin typeface="+mn-lt"/>
              </a:rPr>
              <a:t>Cross-check figures when multiple reports cover the same metric and period.</a:t>
            </a:r>
          </a:p>
          <a:p>
            <a:pPr marL="342900" lvl="0" indent="-342900" algn="l">
              <a:buFont typeface="+mj-lt"/>
              <a:buAutoNum type="arabicPeriod"/>
            </a:pPr>
            <a:r>
              <a:rPr lang="en-GB" sz="800" b="1" i="0" dirty="0">
                <a:solidFill>
                  <a:schemeClr val="tx1"/>
                </a:solidFill>
                <a:effectLst/>
                <a:latin typeface="+mn-lt"/>
              </a:rPr>
              <a:t>Handle uncertainty and confidentiality</a:t>
            </a:r>
            <a:endParaRPr lang="en-GB" sz="800" b="0" i="0" dirty="0">
              <a:solidFill>
                <a:schemeClr val="tx1"/>
              </a:solidFill>
              <a:effectLst/>
              <a:latin typeface="+mn-lt"/>
            </a:endParaRPr>
          </a:p>
          <a:p>
            <a:pPr marL="742950" lvl="1" indent="-285750" algn="l">
              <a:buFont typeface="+mj-lt"/>
              <a:buAutoNum type="arabicPeriod"/>
            </a:pPr>
            <a:r>
              <a:rPr lang="en-GB" sz="800" b="0" i="0" dirty="0">
                <a:solidFill>
                  <a:schemeClr val="tx1"/>
                </a:solidFill>
                <a:effectLst/>
                <a:latin typeface="+mn-lt"/>
              </a:rPr>
              <a:t>State any missing context, calculation dependency, or interpretation as an assumption.</a:t>
            </a:r>
          </a:p>
          <a:p>
            <a:pPr marL="742950" lvl="1" indent="-285750" algn="l">
              <a:buFont typeface="+mj-lt"/>
              <a:buAutoNum type="arabicPeriod"/>
            </a:pPr>
            <a:r>
              <a:rPr lang="en-GB" sz="800" b="0" i="0" dirty="0">
                <a:solidFill>
                  <a:schemeClr val="tx1"/>
                </a:solidFill>
                <a:effectLst/>
                <a:latin typeface="+mn-lt"/>
              </a:rPr>
              <a:t>If sources conflict, report the discrepancy and identify each source and period rather than choosing silently.</a:t>
            </a:r>
          </a:p>
          <a:p>
            <a:pPr marL="742950" lvl="1" indent="-285750" algn="l">
              <a:buFont typeface="+mj-lt"/>
              <a:buAutoNum type="arabicPeriod"/>
            </a:pPr>
            <a:r>
              <a:rPr lang="en-GB" sz="800" b="0" i="0" dirty="0">
                <a:solidFill>
                  <a:schemeClr val="tx1"/>
                </a:solidFill>
                <a:effectLst/>
                <a:latin typeface="+mn-lt"/>
              </a:rPr>
              <a:t>Exclude personal information and confidential details that are not required; explain briefly when content has been withheld or anonymised.</a:t>
            </a:r>
          </a:p>
          <a:p>
            <a:pPr marL="342900" lvl="0" indent="-342900" algn="l">
              <a:buFont typeface="+mj-lt"/>
              <a:buAutoNum type="arabicPeriod"/>
            </a:pPr>
            <a:r>
              <a:rPr lang="en-GB" sz="800" b="1" i="0" dirty="0">
                <a:solidFill>
                  <a:schemeClr val="tx1"/>
                </a:solidFill>
                <a:effectLst/>
                <a:latin typeface="+mn-lt"/>
              </a:rPr>
              <a:t>Respond using the standard format</a:t>
            </a:r>
            <a:endParaRPr lang="en-GB" sz="800" b="0" i="0" dirty="0">
              <a:solidFill>
                <a:schemeClr val="tx1"/>
              </a:solidFill>
              <a:effectLst/>
              <a:latin typeface="+mn-lt"/>
            </a:endParaRPr>
          </a:p>
          <a:p>
            <a:pPr marL="742950" lvl="1" indent="-285750" algn="l">
              <a:buFont typeface="+mj-lt"/>
              <a:buAutoNum type="arabicPeriod"/>
            </a:pPr>
            <a:r>
              <a:rPr lang="en-GB" sz="800" b="0" i="0" dirty="0">
                <a:solidFill>
                  <a:schemeClr val="tx1"/>
                </a:solidFill>
                <a:effectLst/>
                <a:latin typeface="+mn-lt"/>
              </a:rPr>
              <a:t>Follow the template below and omit no section.</a:t>
            </a:r>
          </a:p>
          <a:p>
            <a:pPr indent="0" algn="l">
              <a:lnSpc>
                <a:spcPct val="100000"/>
              </a:lnSpc>
              <a:buNone/>
            </a:pPr>
            <a:r>
              <a:rPr lang="en-GB" sz="800" b="1" i="0" dirty="0">
                <a:solidFill>
                  <a:schemeClr val="tx1"/>
                </a:solidFill>
                <a:effectLst/>
                <a:latin typeface="+mn-lt"/>
              </a:rPr>
              <a:t>Standard Response Format</a:t>
            </a:r>
          </a:p>
          <a:p>
            <a:pPr indent="0" algn="l">
              <a:lnSpc>
                <a:spcPct val="100000"/>
              </a:lnSpc>
              <a:buNone/>
            </a:pPr>
            <a:r>
              <a:rPr lang="en-GB" sz="800" b="1" i="0" dirty="0">
                <a:solidFill>
                  <a:schemeClr val="tx1"/>
                </a:solidFill>
                <a:effectLst/>
                <a:latin typeface="+mn-lt"/>
              </a:rPr>
              <a:t>Metric</a:t>
            </a:r>
          </a:p>
          <a:p>
            <a:pPr indent="0" algn="l">
              <a:lnSpc>
                <a:spcPct val="100000"/>
              </a:lnSpc>
              <a:buNone/>
            </a:pPr>
            <a:r>
              <a:rPr lang="en-GB" sz="800" b="1" i="0" dirty="0">
                <a:solidFill>
                  <a:schemeClr val="tx1"/>
                </a:solidFill>
                <a:effectLst/>
                <a:latin typeface="+mn-lt"/>
              </a:rPr>
              <a:t>[Metric name]:</a:t>
            </a:r>
            <a:r>
              <a:rPr lang="en-GB" sz="800" b="0" i="0" dirty="0">
                <a:solidFill>
                  <a:schemeClr val="tx1"/>
                </a:solidFill>
                <a:effectLst/>
                <a:latin typeface="+mn-lt"/>
              </a:rPr>
              <a:t> [Value, unit, market/retailer, and relevant segment]</a:t>
            </a:r>
          </a:p>
          <a:p>
            <a:pPr indent="0" algn="l">
              <a:lnSpc>
                <a:spcPct val="100000"/>
              </a:lnSpc>
              <a:buNone/>
            </a:pPr>
            <a:r>
              <a:rPr lang="en-GB" sz="800" b="1" i="0" dirty="0">
                <a:solidFill>
                  <a:schemeClr val="tx1"/>
                </a:solidFill>
                <a:effectLst/>
                <a:latin typeface="+mn-lt"/>
              </a:rPr>
              <a:t>Reporting Period</a:t>
            </a:r>
          </a:p>
          <a:p>
            <a:pPr indent="0" algn="l">
              <a:lnSpc>
                <a:spcPct val="100000"/>
              </a:lnSpc>
              <a:buNone/>
            </a:pPr>
            <a:r>
              <a:rPr lang="en-GB" sz="800" b="0" i="0" dirty="0">
                <a:solidFill>
                  <a:schemeClr val="tx1"/>
                </a:solidFill>
                <a:effectLst/>
                <a:latin typeface="+mn-lt"/>
              </a:rPr>
              <a:t>[Exact period covered by the source, plus comparison period when relevant]</a:t>
            </a:r>
          </a:p>
          <a:p>
            <a:pPr indent="0" algn="l">
              <a:lnSpc>
                <a:spcPct val="100000"/>
              </a:lnSpc>
              <a:buNone/>
            </a:pPr>
            <a:r>
              <a:rPr lang="en-GB" sz="800" b="1" i="0" dirty="0">
                <a:solidFill>
                  <a:schemeClr val="tx1"/>
                </a:solidFill>
                <a:effectLst/>
                <a:latin typeface="+mn-lt"/>
              </a:rPr>
              <a:t>Insight Summary</a:t>
            </a:r>
          </a:p>
          <a:p>
            <a:pPr indent="0" algn="l">
              <a:lnSpc>
                <a:spcPct val="100000"/>
              </a:lnSpc>
              <a:buNone/>
            </a:pPr>
            <a:r>
              <a:rPr lang="en-GB" sz="800" b="0" i="0" dirty="0">
                <a:solidFill>
                  <a:schemeClr val="tx1"/>
                </a:solidFill>
                <a:effectLst/>
                <a:latin typeface="+mn-lt"/>
              </a:rPr>
              <a:t>[Two to four concise sentences explaining what the result means, the direction of change, and the most relevant commercial implication]</a:t>
            </a:r>
          </a:p>
          <a:p>
            <a:pPr indent="0" algn="l">
              <a:lnSpc>
                <a:spcPct val="100000"/>
              </a:lnSpc>
              <a:buNone/>
            </a:pPr>
            <a:r>
              <a:rPr lang="en-GB" sz="800" b="1" i="0" dirty="0">
                <a:solidFill>
                  <a:schemeClr val="tx1"/>
                </a:solidFill>
                <a:effectLst/>
                <a:latin typeface="+mn-lt"/>
              </a:rPr>
              <a:t>Assumptions and Limitations</a:t>
            </a:r>
          </a:p>
          <a:p>
            <a:pPr marL="342900" lvl="0" indent="-342900" algn="l">
              <a:buFont typeface="Arial" panose="020B0604020202020204" pitchFamily="34" charset="0"/>
              <a:buChar char="•"/>
            </a:pPr>
            <a:r>
              <a:rPr lang="en-GB" sz="800" b="0" i="0" dirty="0">
                <a:solidFill>
                  <a:schemeClr val="tx1"/>
                </a:solidFill>
                <a:effectLst/>
                <a:latin typeface="+mn-lt"/>
              </a:rPr>
              <a:t>[State assumptions, missing context, methodology limits, or “None identified.”]</a:t>
            </a:r>
          </a:p>
          <a:p>
            <a:pPr indent="0" algn="l">
              <a:lnSpc>
                <a:spcPct val="100000"/>
              </a:lnSpc>
              <a:buNone/>
            </a:pPr>
            <a:r>
              <a:rPr lang="en-GB" sz="800" b="1" i="0" dirty="0">
                <a:solidFill>
                  <a:schemeClr val="tx1"/>
                </a:solidFill>
                <a:effectLst/>
                <a:latin typeface="+mn-lt"/>
              </a:rPr>
              <a:t>Confidentiality Treatment</a:t>
            </a:r>
          </a:p>
          <a:p>
            <a:pPr marL="342900" lvl="0" indent="-342900" algn="l">
              <a:buFont typeface="Arial" panose="020B0604020202020204" pitchFamily="34" charset="0"/>
              <a:buChar char="•"/>
            </a:pPr>
            <a:r>
              <a:rPr lang="en-GB" sz="800" b="0" i="0" dirty="0">
                <a:solidFill>
                  <a:schemeClr val="tx1"/>
                </a:solidFill>
                <a:effectLst/>
                <a:latin typeface="+mn-lt"/>
              </a:rPr>
              <a:t>[State “No personal or restricted information included,” or explain what was anonymised, summarised, or withheld.]</a:t>
            </a:r>
          </a:p>
          <a:p>
            <a:pPr indent="0" algn="l">
              <a:lnSpc>
                <a:spcPct val="100000"/>
              </a:lnSpc>
              <a:buNone/>
            </a:pPr>
            <a:r>
              <a:rPr lang="en-GB" sz="800" b="1" i="0" dirty="0">
                <a:solidFill>
                  <a:schemeClr val="tx1"/>
                </a:solidFill>
                <a:effectLst/>
                <a:latin typeface="+mn-lt"/>
              </a:rPr>
              <a:t>Source</a:t>
            </a:r>
          </a:p>
          <a:p>
            <a:pPr marL="342900" lvl="0" indent="-342900" algn="l">
              <a:buFont typeface="Arial" panose="020B0604020202020204" pitchFamily="34" charset="0"/>
              <a:buChar char="•"/>
            </a:pPr>
            <a:r>
              <a:rPr lang="en-GB" sz="800" b="1" i="0" dirty="0">
                <a:solidFill>
                  <a:schemeClr val="tx1"/>
                </a:solidFill>
                <a:effectLst/>
                <a:latin typeface="+mn-lt"/>
              </a:rPr>
              <a:t>[Document title]</a:t>
            </a:r>
            <a:r>
              <a:rPr lang="en-GB" sz="800" b="0" i="0" dirty="0">
                <a:solidFill>
                  <a:schemeClr val="tx1"/>
                </a:solidFill>
                <a:effectLst/>
                <a:latin typeface="+mn-lt"/>
              </a:rPr>
              <a:t> — [report section/page or table, if available], [publication or reporting date]</a:t>
            </a:r>
          </a:p>
          <a:p>
            <a:pPr indent="0" algn="l">
              <a:lnSpc>
                <a:spcPct val="100000"/>
              </a:lnSpc>
              <a:buNone/>
            </a:pPr>
            <a:r>
              <a:rPr lang="en-GB" sz="800" b="1" i="0" dirty="0">
                <a:solidFill>
                  <a:schemeClr val="tx1"/>
                </a:solidFill>
                <a:effectLst/>
                <a:latin typeface="+mn-lt"/>
              </a:rPr>
              <a:t>Error Handling</a:t>
            </a:r>
          </a:p>
          <a:p>
            <a:pPr marL="342900" lvl="0" indent="-342900" algn="l">
              <a:buFont typeface="Arial" panose="020B0604020202020204" pitchFamily="34" charset="0"/>
              <a:buChar char="•"/>
            </a:pPr>
            <a:r>
              <a:rPr lang="en-GB" sz="800" b="0" i="0" dirty="0">
                <a:solidFill>
                  <a:schemeClr val="tx1"/>
                </a:solidFill>
                <a:effectLst/>
                <a:latin typeface="+mn-lt"/>
              </a:rPr>
              <a:t>If no supported figure is found, use the unavailable-information statement and specify which metric, market, or period could not be located.</a:t>
            </a:r>
          </a:p>
          <a:p>
            <a:pPr marL="342900" lvl="0" indent="-342900" algn="l">
              <a:buFont typeface="Arial" panose="020B0604020202020204" pitchFamily="34" charset="0"/>
              <a:buChar char="•"/>
            </a:pPr>
            <a:r>
              <a:rPr lang="en-GB" sz="800" b="0" i="0" dirty="0">
                <a:solidFill>
                  <a:schemeClr val="tx1"/>
                </a:solidFill>
                <a:effectLst/>
                <a:latin typeface="+mn-lt"/>
              </a:rPr>
              <a:t>If the reporting period is unclear, state the period shown in the source and flag the ambiguity.</a:t>
            </a:r>
          </a:p>
          <a:p>
            <a:pPr marL="342900" lvl="0" indent="-342900" algn="l">
              <a:buFont typeface="Arial" panose="020B0604020202020204" pitchFamily="34" charset="0"/>
              <a:buChar char="•"/>
            </a:pPr>
            <a:r>
              <a:rPr lang="en-GB" sz="800" b="0" i="0" dirty="0">
                <a:solidFill>
                  <a:schemeClr val="tx1"/>
                </a:solidFill>
                <a:effectLst/>
                <a:latin typeface="+mn-lt"/>
              </a:rPr>
              <a:t>If a source title, page, or section is unavailable, cite the available document name without fabricating missing reference details.</a:t>
            </a:r>
            <a:endParaRPr lang="en-GB" sz="300" b="0" i="0" dirty="0">
              <a:solidFill>
                <a:srgbClr val="242424"/>
              </a:solidFill>
              <a:effectLst/>
              <a:latin typeface="Segoe Sans"/>
            </a:endParaRPr>
          </a:p>
        </p:txBody>
      </p:sp>
    </p:spTree>
    <p:extLst>
      <p:ext uri="{BB962C8B-B14F-4D97-AF65-F5344CB8AC3E}">
        <p14:creationId xmlns:p14="http://schemas.microsoft.com/office/powerpoint/2010/main" val="339574183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687D8-820F-55AD-2912-A545AECC4F9C}"/>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176FD295-F2F5-CECD-9A03-AA2A61F5E07C}"/>
              </a:ext>
            </a:extLst>
          </p:cNvPr>
          <p:cNvSpPr>
            <a:spLocks noGrp="1" noChangeArrowheads="1"/>
          </p:cNvSpPr>
          <p:nvPr>
            <p:ph type="title"/>
          </p:nvPr>
        </p:nvSpPr>
        <p:spPr>
          <a:xfrm>
            <a:off x="1417799" y="1822451"/>
            <a:ext cx="9356401" cy="2359310"/>
          </a:xfrm>
        </p:spPr>
        <p:txBody>
          <a:bodyPr/>
          <a:lstStyle/>
          <a:p>
            <a:r>
              <a:rPr lang="en-GB" sz="900" b="0" dirty="0"/>
              <a:t>Solves a genuine business problem</a:t>
            </a:r>
            <a:br>
              <a:rPr lang="en-GB" sz="900" b="0" dirty="0"/>
            </a:br>
            <a:r>
              <a:rPr lang="en-GB" sz="900" b="0" dirty="0"/>
              <a:t>Saves time every week</a:t>
            </a:r>
            <a:br>
              <a:rPr lang="en-GB" sz="900" b="0" dirty="0"/>
            </a:br>
            <a:r>
              <a:rPr lang="en-GB" sz="900" b="0" dirty="0"/>
              <a:t>Uses knowledge grounding rather than generic AI</a:t>
            </a:r>
            <a:br>
              <a:rPr lang="en-GB" sz="900" b="0" dirty="0"/>
            </a:br>
            <a:r>
              <a:rPr lang="en-GB" sz="900" b="0" dirty="0"/>
              <a:t>Relies on data sources not memory</a:t>
            </a:r>
            <a:br>
              <a:rPr lang="en-GB" sz="900" b="0" dirty="0"/>
            </a:br>
            <a:r>
              <a:rPr lang="en-GB" sz="900" b="0" dirty="0"/>
              <a:t>Can add additional context from other reports where relevant to provide a more considered and relevant output</a:t>
            </a:r>
            <a:br>
              <a:rPr lang="en-GB" sz="900" b="0" dirty="0"/>
            </a:br>
            <a:r>
              <a:rPr lang="en-GB" sz="900" b="0" dirty="0"/>
              <a:t>Has measurable success criteria</a:t>
            </a:r>
            <a:br>
              <a:rPr lang="en-GB" sz="900" b="0" dirty="0"/>
            </a:br>
            <a:r>
              <a:rPr lang="en-GB" sz="900" b="0" dirty="0"/>
              <a:t>Add new reports to ‘Inputs’ when available so the data is up-to-date</a:t>
            </a:r>
            <a:endParaRPr lang="en-US" sz="900" b="0" dirty="0"/>
          </a:p>
        </p:txBody>
      </p:sp>
      <p:sp>
        <p:nvSpPr>
          <p:cNvPr id="2" name="Slide Number Placeholder 2">
            <a:extLst>
              <a:ext uri="{FF2B5EF4-FFF2-40B4-BE49-F238E27FC236}">
                <a16:creationId xmlns:a16="http://schemas.microsoft.com/office/drawing/2014/main" id="{3CD09FAB-2237-86CD-3A34-2C618E21B316}"/>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10</a:t>
            </a:fld>
            <a:endParaRPr lang="en-US" dirty="0"/>
          </a:p>
        </p:txBody>
      </p:sp>
      <p:sp>
        <p:nvSpPr>
          <p:cNvPr id="3" name="Title 7">
            <a:extLst>
              <a:ext uri="{FF2B5EF4-FFF2-40B4-BE49-F238E27FC236}">
                <a16:creationId xmlns:a16="http://schemas.microsoft.com/office/drawing/2014/main" id="{BB1D3F04-357A-3D8E-9040-A20A80AF2E0A}"/>
              </a:ext>
            </a:extLst>
          </p:cNvPr>
          <p:cNvSpPr txBox="1">
            <a:spLocks/>
          </p:cNvSpPr>
          <p:nvPr/>
        </p:nvSpPr>
        <p:spPr>
          <a:xfrm>
            <a:off x="674053" y="6468893"/>
            <a:ext cx="3343160" cy="259911"/>
          </a:xfrm>
          <a:prstGeom prst="rect">
            <a:avLst/>
          </a:prstGeom>
        </p:spPr>
        <p:txBody>
          <a:bodyPr vert="horz" lIns="0" tIns="45720" rIns="91440" bIns="45720" rtlCol="0" anchor="b" anchorCtr="0">
            <a:noAutofit/>
          </a:bodyPr>
          <a:lstStyle/>
          <a:p>
            <a:pPr>
              <a:spcBef>
                <a:spcPct val="0"/>
              </a:spcBef>
              <a:defRPr/>
            </a:pPr>
            <a:r>
              <a:rPr lang="en-US" sz="900" dirty="0">
                <a:solidFill>
                  <a:srgbClr val="6D6E71"/>
                </a:solidFill>
                <a:latin typeface="Arial" pitchFamily="34" charset="0"/>
                <a:ea typeface="+mj-ea"/>
                <a:cs typeface="Arial" pitchFamily="34" charset="0"/>
              </a:rPr>
              <a:t>Source: Bottom anchored.</a:t>
            </a:r>
          </a:p>
        </p:txBody>
      </p:sp>
      <p:sp>
        <p:nvSpPr>
          <p:cNvPr id="5" name="Content Placeholder 4">
            <a:extLst>
              <a:ext uri="{FF2B5EF4-FFF2-40B4-BE49-F238E27FC236}">
                <a16:creationId xmlns:a16="http://schemas.microsoft.com/office/drawing/2014/main" id="{E6EB46F5-47F9-E390-D2ED-52B2293EE77C}"/>
              </a:ext>
            </a:extLst>
          </p:cNvPr>
          <p:cNvSpPr>
            <a:spLocks noGrp="1"/>
          </p:cNvSpPr>
          <p:nvPr>
            <p:ph idx="1"/>
          </p:nvPr>
        </p:nvSpPr>
        <p:spPr>
          <a:xfrm>
            <a:off x="1116406" y="4614214"/>
            <a:ext cx="8691828" cy="1825415"/>
          </a:xfrm>
        </p:spPr>
        <p:txBody>
          <a:bodyPr>
            <a:normAutofit/>
          </a:bodyPr>
          <a:lstStyle/>
          <a:p>
            <a:r>
              <a:rPr lang="en-GB" sz="900" dirty="0"/>
              <a:t>Opportunities to Further Develop the Agent</a:t>
            </a:r>
          </a:p>
          <a:p>
            <a:pPr marL="171450" indent="-171450">
              <a:buFontTx/>
              <a:buChar char="-"/>
            </a:pPr>
            <a:r>
              <a:rPr lang="en-GB" sz="900" b="0" dirty="0"/>
              <a:t>Add brand campaign results (focused on in-market performance for now as most time consuming to gather)</a:t>
            </a:r>
          </a:p>
          <a:p>
            <a:pPr marL="171450" indent="-171450">
              <a:buFontTx/>
              <a:buChar char="-"/>
            </a:pPr>
            <a:r>
              <a:rPr lang="en-GB" sz="900" b="0" dirty="0"/>
              <a:t>Longer-term data pull (focused on 2026 for now to ensure agent performs correctly)</a:t>
            </a:r>
          </a:p>
        </p:txBody>
      </p:sp>
      <p:sp>
        <p:nvSpPr>
          <p:cNvPr id="4" name="Rectangle 2">
            <a:extLst>
              <a:ext uri="{FF2B5EF4-FFF2-40B4-BE49-F238E27FC236}">
                <a16:creationId xmlns:a16="http://schemas.microsoft.com/office/drawing/2014/main" id="{CF274DD1-C3E2-997D-4774-DF7C28FFF9E2}"/>
              </a:ext>
            </a:extLst>
          </p:cNvPr>
          <p:cNvSpPr txBox="1">
            <a:spLocks noChangeArrowheads="1"/>
          </p:cNvSpPr>
          <p:nvPr/>
        </p:nvSpPr>
        <p:spPr>
          <a:xfrm>
            <a:off x="650240" y="48498"/>
            <a:ext cx="9356401" cy="923052"/>
          </a:xfrm>
          <a:prstGeom prst="rect">
            <a:avLst/>
          </a:prstGeom>
        </p:spPr>
        <p:txBody>
          <a:bodyPr vert="horz" lIns="0" tIns="45720" rIns="91440" bIns="45720" rtlCol="0" anchor="b">
            <a:noAutofit/>
          </a:bodyPr>
          <a:lstStyle>
            <a:lvl1pPr algn="l" defTabSz="457200" rtl="0" eaLnBrk="1" latinLnBrk="0" hangingPunct="1">
              <a:lnSpc>
                <a:spcPts val="2800"/>
              </a:lnSpc>
              <a:spcBef>
                <a:spcPct val="0"/>
              </a:spcBef>
              <a:buNone/>
              <a:defRPr sz="2400" b="1" kern="1200" cap="none" baseline="0">
                <a:solidFill>
                  <a:srgbClr val="00853E"/>
                </a:solidFill>
                <a:latin typeface="Arial" pitchFamily="34" charset="0"/>
                <a:ea typeface="+mj-ea"/>
                <a:cs typeface="Arial" pitchFamily="34" charset="0"/>
              </a:defRPr>
            </a:lvl1pPr>
          </a:lstStyle>
          <a:p>
            <a:r>
              <a:rPr lang="en-US" dirty="0"/>
              <a:t>Summary</a:t>
            </a:r>
          </a:p>
        </p:txBody>
      </p:sp>
      <p:sp>
        <p:nvSpPr>
          <p:cNvPr id="7" name="TextBox 6">
            <a:extLst>
              <a:ext uri="{FF2B5EF4-FFF2-40B4-BE49-F238E27FC236}">
                <a16:creationId xmlns:a16="http://schemas.microsoft.com/office/drawing/2014/main" id="{08818587-A7E1-99D8-0DCF-ECF91FE6934F}"/>
              </a:ext>
            </a:extLst>
          </p:cNvPr>
          <p:cNvSpPr txBox="1"/>
          <p:nvPr/>
        </p:nvSpPr>
        <p:spPr>
          <a:xfrm>
            <a:off x="969932" y="1485825"/>
            <a:ext cx="6094562" cy="230832"/>
          </a:xfrm>
          <a:prstGeom prst="rect">
            <a:avLst/>
          </a:prstGeom>
          <a:noFill/>
        </p:spPr>
        <p:txBody>
          <a:bodyPr wrap="square">
            <a:spAutoFit/>
          </a:bodyPr>
          <a:lstStyle/>
          <a:p>
            <a:pPr>
              <a:spcBef>
                <a:spcPts val="2400"/>
              </a:spcBef>
              <a:buClr>
                <a:srgbClr val="00853E"/>
              </a:buClr>
            </a:pPr>
            <a:r>
              <a:rPr lang="en-GB" sz="900" b="1" dirty="0">
                <a:solidFill>
                  <a:srgbClr val="00853E"/>
                </a:solidFill>
                <a:uFill>
                  <a:solidFill>
                    <a:srgbClr val="156B13"/>
                  </a:solidFill>
                </a:uFill>
                <a:latin typeface="Arial" pitchFamily="34" charset="0"/>
                <a:cs typeface="Arial" pitchFamily="34" charset="0"/>
              </a:rPr>
              <a:t>Why is this agent successful? </a:t>
            </a:r>
          </a:p>
        </p:txBody>
      </p:sp>
    </p:spTree>
    <p:extLst>
      <p:ext uri="{BB962C8B-B14F-4D97-AF65-F5344CB8AC3E}">
        <p14:creationId xmlns:p14="http://schemas.microsoft.com/office/powerpoint/2010/main" val="8715576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5350A-11BE-EFF4-E5BF-322BD66233B2}"/>
              </a:ext>
            </a:extLst>
          </p:cNvPr>
          <p:cNvSpPr>
            <a:spLocks noGrp="1"/>
          </p:cNvSpPr>
          <p:nvPr>
            <p:ph type="ctrTitle"/>
          </p:nvPr>
        </p:nvSpPr>
        <p:spPr/>
        <p:txBody>
          <a:bodyPr/>
          <a:lstStyle/>
          <a:p>
            <a:r>
              <a:rPr lang="en-GB" dirty="0"/>
              <a:t>Appendix</a:t>
            </a:r>
          </a:p>
        </p:txBody>
      </p:sp>
      <p:sp>
        <p:nvSpPr>
          <p:cNvPr id="4" name="Slide Number Placeholder 3">
            <a:extLst>
              <a:ext uri="{FF2B5EF4-FFF2-40B4-BE49-F238E27FC236}">
                <a16:creationId xmlns:a16="http://schemas.microsoft.com/office/drawing/2014/main" id="{2A2FC80F-3FAD-4BA2-8096-9454DB0B54FB}"/>
              </a:ext>
            </a:extLst>
          </p:cNvPr>
          <p:cNvSpPr>
            <a:spLocks noGrp="1"/>
          </p:cNvSpPr>
          <p:nvPr>
            <p:ph type="sldNum" sz="quarter" idx="12"/>
          </p:nvPr>
        </p:nvSpPr>
        <p:spPr/>
        <p:txBody>
          <a:bodyPr/>
          <a:lstStyle/>
          <a:p>
            <a:fld id="{2D58FDE4-EAD0-5E47-901F-86A26E2BD65C}" type="slidenum">
              <a:rPr lang="en-US" smtClean="0"/>
              <a:pPr/>
              <a:t>11</a:t>
            </a:fld>
            <a:endParaRPr lang="en-US" dirty="0"/>
          </a:p>
        </p:txBody>
      </p:sp>
    </p:spTree>
    <p:extLst>
      <p:ext uri="{BB962C8B-B14F-4D97-AF65-F5344CB8AC3E}">
        <p14:creationId xmlns:p14="http://schemas.microsoft.com/office/powerpoint/2010/main" val="1837365163"/>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2DD6-B719-22AB-184A-F99CCF6AAE12}"/>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EFDF15DB-BCBD-A09A-1D51-030C4F77D70D}"/>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12</a:t>
            </a:fld>
            <a:endParaRPr lang="en-US" dirty="0"/>
          </a:p>
        </p:txBody>
      </p:sp>
      <p:sp>
        <p:nvSpPr>
          <p:cNvPr id="4" name="Rectangle 2">
            <a:extLst>
              <a:ext uri="{FF2B5EF4-FFF2-40B4-BE49-F238E27FC236}">
                <a16:creationId xmlns:a16="http://schemas.microsoft.com/office/drawing/2014/main" id="{6D6D54B1-45DA-2CFA-CEDC-33B576D9ADB9}"/>
              </a:ext>
            </a:extLst>
          </p:cNvPr>
          <p:cNvSpPr txBox="1">
            <a:spLocks noChangeArrowheads="1"/>
          </p:cNvSpPr>
          <p:nvPr/>
        </p:nvSpPr>
        <p:spPr>
          <a:xfrm>
            <a:off x="650240" y="48498"/>
            <a:ext cx="9356401" cy="923052"/>
          </a:xfrm>
          <a:prstGeom prst="rect">
            <a:avLst/>
          </a:prstGeom>
        </p:spPr>
        <p:txBody>
          <a:bodyPr vert="horz" lIns="0" tIns="45720" rIns="91440" bIns="45720" rtlCol="0" anchor="b">
            <a:noAutofit/>
          </a:bodyPr>
          <a:lstStyle>
            <a:lvl1pPr algn="l" defTabSz="457200" rtl="0" eaLnBrk="1" latinLnBrk="0" hangingPunct="1">
              <a:lnSpc>
                <a:spcPts val="2800"/>
              </a:lnSpc>
              <a:spcBef>
                <a:spcPct val="0"/>
              </a:spcBef>
              <a:buNone/>
              <a:defRPr sz="2400" b="1" kern="1200" cap="none" baseline="0">
                <a:solidFill>
                  <a:srgbClr val="00853E"/>
                </a:solidFill>
                <a:latin typeface="Arial" pitchFamily="34" charset="0"/>
                <a:ea typeface="+mj-ea"/>
                <a:cs typeface="Arial" pitchFamily="34" charset="0"/>
              </a:defRPr>
            </a:lvl1pPr>
          </a:lstStyle>
          <a:p>
            <a:r>
              <a:rPr lang="en-US" dirty="0"/>
              <a:t>WIP</a:t>
            </a:r>
          </a:p>
        </p:txBody>
      </p:sp>
      <p:pic>
        <p:nvPicPr>
          <p:cNvPr id="15" name="Picture 14">
            <a:extLst>
              <a:ext uri="{FF2B5EF4-FFF2-40B4-BE49-F238E27FC236}">
                <a16:creationId xmlns:a16="http://schemas.microsoft.com/office/drawing/2014/main" id="{CB5583A2-D497-7E70-EE97-E345C8E311D3}"/>
              </a:ext>
            </a:extLst>
          </p:cNvPr>
          <p:cNvPicPr>
            <a:picLocks noChangeAspect="1"/>
          </p:cNvPicPr>
          <p:nvPr/>
        </p:nvPicPr>
        <p:blipFill>
          <a:blip r:embed="rId3"/>
          <a:stretch>
            <a:fillRect/>
          </a:stretch>
        </p:blipFill>
        <p:spPr>
          <a:xfrm>
            <a:off x="758412" y="1414973"/>
            <a:ext cx="3814717" cy="3467924"/>
          </a:xfrm>
          <a:prstGeom prst="rect">
            <a:avLst/>
          </a:prstGeom>
        </p:spPr>
      </p:pic>
      <p:pic>
        <p:nvPicPr>
          <p:cNvPr id="19" name="Picture 18">
            <a:extLst>
              <a:ext uri="{FF2B5EF4-FFF2-40B4-BE49-F238E27FC236}">
                <a16:creationId xmlns:a16="http://schemas.microsoft.com/office/drawing/2014/main" id="{ED14D7CB-C738-E821-9297-4EF02AF7B0F7}"/>
              </a:ext>
            </a:extLst>
          </p:cNvPr>
          <p:cNvPicPr>
            <a:picLocks noChangeAspect="1"/>
          </p:cNvPicPr>
          <p:nvPr/>
        </p:nvPicPr>
        <p:blipFill>
          <a:blip r:embed="rId4"/>
          <a:stretch>
            <a:fillRect/>
          </a:stretch>
        </p:blipFill>
        <p:spPr>
          <a:xfrm>
            <a:off x="888141" y="5326320"/>
            <a:ext cx="3555258" cy="585317"/>
          </a:xfrm>
          <a:prstGeom prst="rect">
            <a:avLst/>
          </a:prstGeom>
        </p:spPr>
      </p:pic>
      <p:pic>
        <p:nvPicPr>
          <p:cNvPr id="21" name="Picture 20">
            <a:extLst>
              <a:ext uri="{FF2B5EF4-FFF2-40B4-BE49-F238E27FC236}">
                <a16:creationId xmlns:a16="http://schemas.microsoft.com/office/drawing/2014/main" id="{83121FEE-9F8E-B1E2-E372-72F9E1797B44}"/>
              </a:ext>
            </a:extLst>
          </p:cNvPr>
          <p:cNvPicPr>
            <a:picLocks noChangeAspect="1"/>
          </p:cNvPicPr>
          <p:nvPr/>
        </p:nvPicPr>
        <p:blipFill>
          <a:blip r:embed="rId5"/>
          <a:stretch>
            <a:fillRect/>
          </a:stretch>
        </p:blipFill>
        <p:spPr>
          <a:xfrm>
            <a:off x="5494557" y="2153353"/>
            <a:ext cx="3521865" cy="895973"/>
          </a:xfrm>
          <a:prstGeom prst="rect">
            <a:avLst/>
          </a:prstGeom>
        </p:spPr>
      </p:pic>
      <p:pic>
        <p:nvPicPr>
          <p:cNvPr id="23" name="Picture 22">
            <a:extLst>
              <a:ext uri="{FF2B5EF4-FFF2-40B4-BE49-F238E27FC236}">
                <a16:creationId xmlns:a16="http://schemas.microsoft.com/office/drawing/2014/main" id="{E57985C1-7143-E628-5A3E-61E413321914}"/>
              </a:ext>
            </a:extLst>
          </p:cNvPr>
          <p:cNvPicPr>
            <a:picLocks noChangeAspect="1"/>
          </p:cNvPicPr>
          <p:nvPr/>
        </p:nvPicPr>
        <p:blipFill>
          <a:blip r:embed="rId6"/>
          <a:stretch>
            <a:fillRect/>
          </a:stretch>
        </p:blipFill>
        <p:spPr>
          <a:xfrm>
            <a:off x="5494557" y="3535477"/>
            <a:ext cx="3805112" cy="1283411"/>
          </a:xfrm>
          <a:prstGeom prst="rect">
            <a:avLst/>
          </a:prstGeom>
        </p:spPr>
      </p:pic>
      <p:sp>
        <p:nvSpPr>
          <p:cNvPr id="24" name="TextBox 23">
            <a:extLst>
              <a:ext uri="{FF2B5EF4-FFF2-40B4-BE49-F238E27FC236}">
                <a16:creationId xmlns:a16="http://schemas.microsoft.com/office/drawing/2014/main" id="{0B2BA1F3-13B6-D684-4865-D351ADF69B9E}"/>
              </a:ext>
            </a:extLst>
          </p:cNvPr>
          <p:cNvSpPr txBox="1"/>
          <p:nvPr/>
        </p:nvSpPr>
        <p:spPr>
          <a:xfrm>
            <a:off x="709517" y="1128900"/>
            <a:ext cx="3182652" cy="276999"/>
          </a:xfrm>
          <a:prstGeom prst="rect">
            <a:avLst/>
          </a:prstGeom>
          <a:noFill/>
        </p:spPr>
        <p:txBody>
          <a:bodyPr wrap="square" rtlCol="0">
            <a:spAutoFit/>
          </a:bodyPr>
          <a:lstStyle/>
          <a:p>
            <a:r>
              <a:rPr lang="en-GB" sz="1200" dirty="0"/>
              <a:t>‘Review my agent and suggest improvements’</a:t>
            </a:r>
          </a:p>
        </p:txBody>
      </p:sp>
    </p:spTree>
    <p:extLst>
      <p:ext uri="{BB962C8B-B14F-4D97-AF65-F5344CB8AC3E}">
        <p14:creationId xmlns:p14="http://schemas.microsoft.com/office/powerpoint/2010/main" val="38737125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73FB-0D44-7367-8F2E-67C620256C44}"/>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DD8BB258-D517-8092-8476-AAE7BD3CAEBD}"/>
              </a:ext>
            </a:extLst>
          </p:cNvPr>
          <p:cNvSpPr>
            <a:spLocks noGrp="1"/>
          </p:cNvSpPr>
          <p:nvPr>
            <p:ph type="sldNum" sz="quarter" idx="12"/>
          </p:nvPr>
        </p:nvSpPr>
        <p:spPr>
          <a:xfrm>
            <a:off x="11191254" y="6497896"/>
            <a:ext cx="946737" cy="365125"/>
          </a:xfrm>
        </p:spPr>
        <p:txBody>
          <a:bodyPr/>
          <a:lstStyle/>
          <a:p>
            <a:fld id="{2D58FDE4-EAD0-5E47-901F-86A26E2BD65C}" type="slidenum">
              <a:rPr lang="en-US" smtClean="0"/>
              <a:pPr/>
              <a:t>13</a:t>
            </a:fld>
            <a:endParaRPr lang="en-US" dirty="0"/>
          </a:p>
        </p:txBody>
      </p:sp>
      <p:sp>
        <p:nvSpPr>
          <p:cNvPr id="4" name="Rectangle 2">
            <a:extLst>
              <a:ext uri="{FF2B5EF4-FFF2-40B4-BE49-F238E27FC236}">
                <a16:creationId xmlns:a16="http://schemas.microsoft.com/office/drawing/2014/main" id="{040436FB-5C84-EA16-F3C6-0F5D37026CDA}"/>
              </a:ext>
            </a:extLst>
          </p:cNvPr>
          <p:cNvSpPr txBox="1">
            <a:spLocks noChangeArrowheads="1"/>
          </p:cNvSpPr>
          <p:nvPr/>
        </p:nvSpPr>
        <p:spPr>
          <a:xfrm>
            <a:off x="650240" y="48498"/>
            <a:ext cx="9356401" cy="923052"/>
          </a:xfrm>
          <a:prstGeom prst="rect">
            <a:avLst/>
          </a:prstGeom>
        </p:spPr>
        <p:txBody>
          <a:bodyPr vert="horz" lIns="0" tIns="45720" rIns="91440" bIns="45720" rtlCol="0" anchor="b">
            <a:noAutofit/>
          </a:bodyPr>
          <a:lstStyle>
            <a:lvl1pPr algn="l" defTabSz="457200" rtl="0" eaLnBrk="1" latinLnBrk="0" hangingPunct="1">
              <a:lnSpc>
                <a:spcPts val="2800"/>
              </a:lnSpc>
              <a:spcBef>
                <a:spcPct val="0"/>
              </a:spcBef>
              <a:buNone/>
              <a:defRPr sz="2400" b="1" kern="1200" cap="none" baseline="0">
                <a:solidFill>
                  <a:srgbClr val="00853E"/>
                </a:solidFill>
                <a:latin typeface="Arial" pitchFamily="34" charset="0"/>
                <a:ea typeface="+mj-ea"/>
                <a:cs typeface="Arial" pitchFamily="34" charset="0"/>
              </a:defRPr>
            </a:lvl1pPr>
          </a:lstStyle>
          <a:p>
            <a:r>
              <a:rPr lang="en-US" dirty="0"/>
              <a:t>WIP</a:t>
            </a:r>
          </a:p>
        </p:txBody>
      </p:sp>
      <p:pic>
        <p:nvPicPr>
          <p:cNvPr id="19" name="Picture 18">
            <a:extLst>
              <a:ext uri="{FF2B5EF4-FFF2-40B4-BE49-F238E27FC236}">
                <a16:creationId xmlns:a16="http://schemas.microsoft.com/office/drawing/2014/main" id="{B821023D-42FE-A617-E59C-D25AF982E862}"/>
              </a:ext>
            </a:extLst>
          </p:cNvPr>
          <p:cNvPicPr>
            <a:picLocks noChangeAspect="1"/>
          </p:cNvPicPr>
          <p:nvPr/>
        </p:nvPicPr>
        <p:blipFill>
          <a:blip r:embed="rId3"/>
          <a:stretch>
            <a:fillRect/>
          </a:stretch>
        </p:blipFill>
        <p:spPr>
          <a:xfrm>
            <a:off x="810100" y="1452977"/>
            <a:ext cx="4460428" cy="734339"/>
          </a:xfrm>
          <a:prstGeom prst="rect">
            <a:avLst/>
          </a:prstGeom>
        </p:spPr>
      </p:pic>
      <p:pic>
        <p:nvPicPr>
          <p:cNvPr id="5" name="Picture 4">
            <a:extLst>
              <a:ext uri="{FF2B5EF4-FFF2-40B4-BE49-F238E27FC236}">
                <a16:creationId xmlns:a16="http://schemas.microsoft.com/office/drawing/2014/main" id="{6424A31F-A22C-B48D-FC07-F3A7E09596E5}"/>
              </a:ext>
            </a:extLst>
          </p:cNvPr>
          <p:cNvPicPr>
            <a:picLocks noChangeAspect="1"/>
          </p:cNvPicPr>
          <p:nvPr/>
        </p:nvPicPr>
        <p:blipFill>
          <a:blip r:embed="rId4"/>
          <a:stretch>
            <a:fillRect/>
          </a:stretch>
        </p:blipFill>
        <p:spPr>
          <a:xfrm>
            <a:off x="764567" y="2395728"/>
            <a:ext cx="4505961" cy="3954102"/>
          </a:xfrm>
          <a:prstGeom prst="rect">
            <a:avLst/>
          </a:prstGeom>
        </p:spPr>
      </p:pic>
    </p:spTree>
    <p:extLst>
      <p:ext uri="{BB962C8B-B14F-4D97-AF65-F5344CB8AC3E}">
        <p14:creationId xmlns:p14="http://schemas.microsoft.com/office/powerpoint/2010/main" val="11910775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Office Theme">
  <a:themeElements>
    <a:clrScheme name="Custom 75">
      <a:dk1>
        <a:sysClr val="windowText" lastClr="000000"/>
      </a:dk1>
      <a:lt1>
        <a:sysClr val="window" lastClr="FFFFFF"/>
      </a:lt1>
      <a:dk2>
        <a:srgbClr val="FFFFFF"/>
      </a:dk2>
      <a:lt2>
        <a:srgbClr val="B4B4B4"/>
      </a:lt2>
      <a:accent1>
        <a:srgbClr val="2A58A0"/>
      </a:accent1>
      <a:accent2>
        <a:srgbClr val="B11300"/>
      </a:accent2>
      <a:accent3>
        <a:srgbClr val="DCDCDC"/>
      </a:accent3>
      <a:accent4>
        <a:srgbClr val="007D3B"/>
      </a:accent4>
      <a:accent5>
        <a:srgbClr val="69B633"/>
      </a:accent5>
      <a:accent6>
        <a:srgbClr val="B0CC3B"/>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317DB45DACC541B4915CEA437C0B46" ma:contentTypeVersion="16" ma:contentTypeDescription="Create a new document." ma:contentTypeScope="" ma:versionID="c22196b1924077e4c1fec8c1f3f6e072">
  <xsd:schema xmlns:xsd="http://www.w3.org/2001/XMLSchema" xmlns:xs="http://www.w3.org/2001/XMLSchema" xmlns:p="http://schemas.microsoft.com/office/2006/metadata/properties" xmlns:ns2="befcc126-9682-4e7d-bedb-664ab6f82182" xmlns:ns3="eecd289f-e779-4769-b15f-38d3a2b1f710" targetNamespace="http://schemas.microsoft.com/office/2006/metadata/properties" ma:root="true" ma:fieldsID="b55902cf2e2eeb1c0e090fdea2fee462" ns2:_="" ns3:_="">
    <xsd:import namespace="befcc126-9682-4e7d-bedb-664ab6f82182"/>
    <xsd:import namespace="eecd289f-e779-4769-b15f-38d3a2b1f710"/>
    <xsd:element name="properties">
      <xsd:complexType>
        <xsd:sequence>
          <xsd:element name="documentManagement">
            <xsd:complexType>
              <xsd:all>
                <xsd:element ref="ns2:Form_x0020_Type" minOccurs="0"/>
                <xsd:element ref="ns2:Company" minOccurs="0"/>
                <xsd:element ref="ns2:Location" minOccurs="0"/>
                <xsd:element ref="ns3:SharedWithUsers" minOccurs="0"/>
                <xsd:element ref="ns3:SharedWithDetails" minOccurs="0"/>
                <xsd:element ref="ns2:MediaServiceMetadata" minOccurs="0"/>
                <xsd:element ref="ns2:MediaServiceFastMetadata" minOccurs="0"/>
                <xsd:element ref="ns2:Language" minOccurs="0"/>
                <xsd:element ref="ns2:MediaServiceAutoKeyPoints" minOccurs="0"/>
                <xsd:element ref="ns2:MediaServiceKeyPoint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fcc126-9682-4e7d-bedb-664ab6f82182" elementFormDefault="qualified">
    <xsd:import namespace="http://schemas.microsoft.com/office/2006/documentManagement/types"/>
    <xsd:import namespace="http://schemas.microsoft.com/office/infopath/2007/PartnerControls"/>
    <xsd:element name="Form_x0020_Type" ma:index="4" nillable="true" ma:displayName="Form Type" ma:format="Dropdown" ma:internalName="Form_x0020_Type" ma:readOnly="false">
      <xsd:simpleType>
        <xsd:restriction base="dms:Choice">
          <xsd:enumeration value="Envelope"/>
          <xsd:enumeration value="Fax"/>
          <xsd:enumeration value="Letter"/>
          <xsd:enumeration value="Memo"/>
          <xsd:enumeration value="PowerPoint"/>
          <xsd:enumeration value="Business Form"/>
        </xsd:restriction>
      </xsd:simpleType>
    </xsd:element>
    <xsd:element name="Company" ma:index="5" nillable="true" ma:displayName="Company" ma:format="Dropdown" ma:internalName="Company">
      <xsd:complexType>
        <xsd:complexContent>
          <xsd:extension base="dms:MultiChoice">
            <xsd:sequence>
              <xsd:element name="Value" maxOccurs="unbounded" minOccurs="0" nillable="true">
                <xsd:simpleType>
                  <xsd:restriction base="dms:Choice">
                    <xsd:enumeration value="American Sugar Refining, Inc."/>
                    <xsd:enumeration value="ASR Canada Holding Company, LLC"/>
                    <xsd:enumeration value="ASR Germany GmbH &amp; Co. KG"/>
                    <xsd:enumeration value="ASR Group Commodities (US), LLC"/>
                    <xsd:enumeration value="ASR Group Europe Limited"/>
                    <xsd:enumeration value="ASR Group International, Inc."/>
                    <xsd:enumeration value="Belize Sugar Industries Limited"/>
                    <xsd:enumeration value="C&amp;H Sugar Company, Inc."/>
                    <xsd:enumeration value="Domino Comercio, S.A. de C.V."/>
                    <xsd:enumeration value="Domino Foods de México, S.A. de C.V."/>
                    <xsd:enumeration value="Domino Foods, Inc."/>
                    <xsd:enumeration value="Empaquetadora Domino, S.A. de C.V."/>
                    <xsd:enumeration value="European Sugar Holdings S.à r.l."/>
                    <xsd:enumeration value="Ingenio San Nicolás, S.A. de C.V."/>
                    <xsd:enumeration value="Redpath Sugar Ltd."/>
                    <xsd:enumeration value="Sidul Açúcares, Unipessoal, Lda."/>
                    <xsd:enumeration value="Sidul II, Lda"/>
                    <xsd:enumeration value="Sidul Participações, SGPS, Lda"/>
                    <xsd:enumeration value="Tellus Products, LLC"/>
                    <xsd:enumeration value="T&amp;L Sugars Limited"/>
                    <xsd:enumeration value="T&amp;L Sugars (Singapore) PTE. LTD."/>
                    <xsd:enumeration value="Tellus Products, LLC"/>
                    <xsd:enumeration value="TLS Brasil Participações Ltda."/>
                    <xsd:enumeration value="Unión de Productores de Caña de Joachin"/>
                    <xsd:enumeration value="WSP Comércio de Alimentos e Participações Ltda."/>
                  </xsd:restriction>
                </xsd:simpleType>
              </xsd:element>
            </xsd:sequence>
          </xsd:extension>
        </xsd:complexContent>
      </xsd:complexType>
    </xsd:element>
    <xsd:element name="Location" ma:index="6" nillable="true" ma:displayName="Location" ma:format="Dropdown" ma:internalName="Location">
      <xsd:complexType>
        <xsd:complexContent>
          <xsd:extension base="dms:MultiChoice">
            <xsd:sequence>
              <xsd:element name="Value" maxOccurs="unbounded" minOccurs="0" nillable="true">
                <xsd:simpleType>
                  <xsd:restriction base="dms:Choice">
                    <xsd:enumeration value="Baltimore"/>
                    <xsd:enumeration value="Bedford Street"/>
                    <xsd:enumeration value="Belle Glade"/>
                    <xsd:enumeration value="Belleville"/>
                    <xsd:enumeration value="Belize"/>
                    <xsd:enumeration value="Boca Raton"/>
                    <xsd:enumeration value="Buffalo"/>
                    <xsd:enumeration value="Calumet"/>
                    <xsd:enumeration value="Chalmette"/>
                    <xsd:enumeration value="Chapultepec"/>
                    <xsd:enumeration value="Charlotte"/>
                    <xsd:enumeration value="Chicago"/>
                    <xsd:enumeration value="Cleveland"/>
                    <xsd:enumeration value="Cordoba"/>
                    <xsd:enumeration value="Crockett"/>
                    <xsd:enumeration value="Cuichapa"/>
                    <xsd:enumeration value="Fortin"/>
                    <xsd:enumeration value="Iselin"/>
                    <xsd:enumeration value="London"/>
                    <xsd:enumeration value="Montreal"/>
                    <xsd:enumeration value="Nashville"/>
                    <xsd:enumeration value="Okeelanta DC"/>
                    <xsd:enumeration value="Plaistow"/>
                    <xsd:enumeration value="Portugal"/>
                    <xsd:enumeration value="Tellus"/>
                    <xsd:enumeration value="Thames"/>
                    <xsd:enumeration value="Toronto"/>
                    <xsd:enumeration value="WPB – Suite 200"/>
                    <xsd:enumeration value="WPB – Suite 300"/>
                    <xsd:enumeration value="WPB – Suite 400"/>
                    <xsd:enumeration value="Yonkers"/>
                  </xsd:restriction>
                </xsd:simpleType>
              </xsd:element>
            </xsd:sequence>
          </xsd:extension>
        </xsd:complexContent>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Language" ma:index="15" nillable="true" ma:displayName="Language" ma:format="Dropdown" ma:internalName="Language">
      <xsd:simpleType>
        <xsd:restriction base="dms:Choice">
          <xsd:enumeration value="English"/>
          <xsd:enumeration value="Spanish"/>
          <xsd:enumeration value="Portuguese"/>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cd289f-e779-4769-b15f-38d3a2b1f710" elementFormDefault="qualified">
    <xsd:import namespace="http://schemas.microsoft.com/office/2006/documentManagement/types"/>
    <xsd:import namespace="http://schemas.microsoft.com/office/infopath/2007/PartnerControls"/>
    <xsd:element name="SharedWithUsers" ma:index="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ecd289f-e779-4769-b15f-38d3a2b1f710">
      <UserInfo>
        <DisplayName>Kenneth Cote</DisplayName>
        <AccountId>2782</AccountId>
        <AccountType/>
      </UserInfo>
    </SharedWithUsers>
    <Location xmlns="befcc126-9682-4e7d-bedb-664ab6f82182" xsi:nil="true"/>
    <Language xmlns="befcc126-9682-4e7d-bedb-664ab6f82182">English</Language>
    <Form_x0020_Type xmlns="befcc126-9682-4e7d-bedb-664ab6f82182">PowerPoint</Form_x0020_Type>
    <Company xmlns="befcc126-9682-4e7d-bedb-664ab6f82182">
      <Value>American Sugar Refining, Inc.</Value>
      <Value>ASR Canada Holding Company, LLC</Value>
      <Value>ASR Group Commodities (US), LLC</Value>
      <Value>ASR Group Europe Limited</Value>
      <Value>ASR Group International, Inc.</Value>
    </Company>
  </documentManagement>
</p:properties>
</file>

<file path=customXml/item3.xml><?xml version="1.0" encoding="utf-8"?>
<?mso-contentType ?>
<FormTemplates xmlns="http://schemas.microsoft.com/sharepoint/v3/contenttype/forms"/>
</file>

<file path=customXml/itemProps1.xml><?xml version="1.0" encoding="utf-8"?>
<ds:datastoreItem xmlns:ds="http://schemas.openxmlformats.org/officeDocument/2006/customXml" ds:itemID="{938CBBDF-F0F0-4C99-8A1E-8FB8E8682F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fcc126-9682-4e7d-bedb-664ab6f82182"/>
    <ds:schemaRef ds:uri="eecd289f-e779-4769-b15f-38d3a2b1f7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1DF569-148E-4072-AA54-7C91D5470D3A}">
  <ds:schemaRefs>
    <ds:schemaRef ds:uri="http://purl.org/dc/terms/"/>
    <ds:schemaRef ds:uri="http://www.w3.org/XML/1998/namespace"/>
    <ds:schemaRef ds:uri="http://schemas.microsoft.com/office/2006/documentManagement/types"/>
    <ds:schemaRef ds:uri="http://purl.org/dc/dcmitype/"/>
    <ds:schemaRef ds:uri="http://purl.org/dc/elements/1.1/"/>
    <ds:schemaRef ds:uri="c8677821-df46-4f40-85ff-f377aadec85c"/>
    <ds:schemaRef ds:uri="http://schemas.microsoft.com/office/2006/metadata/properties"/>
    <ds:schemaRef ds:uri="http://schemas.microsoft.com/office/infopath/2007/PartnerControls"/>
    <ds:schemaRef ds:uri="http://schemas.openxmlformats.org/package/2006/metadata/core-properties"/>
    <ds:schemaRef ds:uri="2855bbe5-4dfa-45b4-9da7-33392c0259bd"/>
    <ds:schemaRef ds:uri="eecd289f-e779-4769-b15f-38d3a2b1f710"/>
    <ds:schemaRef ds:uri="befcc126-9682-4e7d-bedb-664ab6f82182"/>
  </ds:schemaRefs>
</ds:datastoreItem>
</file>

<file path=customXml/itemProps3.xml><?xml version="1.0" encoding="utf-8"?>
<ds:datastoreItem xmlns:ds="http://schemas.openxmlformats.org/officeDocument/2006/customXml" ds:itemID="{E0EFD3AF-62F8-4677-8437-51DD082648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bkt45DF</Template>
  <TotalTime>253</TotalTime>
  <Words>1425</Words>
  <Application>Microsoft Office PowerPoint</Application>
  <PresentationFormat>Widescreen</PresentationFormat>
  <Paragraphs>217</Paragraphs>
  <Slides>13</Slides>
  <Notes>11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Segoe Sans</vt:lpstr>
      <vt:lpstr>Segoe UI</vt:lpstr>
      <vt:lpstr>Trebuchet MS</vt:lpstr>
      <vt:lpstr>Wingdings</vt:lpstr>
      <vt:lpstr>Office Theme</vt:lpstr>
      <vt:lpstr>Lyle’s Brand Performance Intelligence Agent</vt:lpstr>
      <vt:lpstr>Problem Statement</vt:lpstr>
      <vt:lpstr>Solution Overview</vt:lpstr>
      <vt:lpstr>Inputs</vt:lpstr>
      <vt:lpstr>Inputs</vt:lpstr>
      <vt:lpstr>Solution Overview</vt:lpstr>
      <vt:lpstr>Quality Assurance </vt:lpstr>
      <vt:lpstr>System Instructions</vt:lpstr>
      <vt:lpstr>PowerPoint Presentation</vt:lpstr>
      <vt:lpstr>Solves a genuine business problem Saves time every week Uses knowledge grounding rather than generic AI Relies on data sources not memory Can add additional context from other reports where relevant to provide a more considered and relevant output Has measurable success criteria Add new reports to ‘Inputs’ when available so the data is up-to-date</vt:lpstr>
      <vt:lpstr>Appendix</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Olivia Haley</dc:creator>
  <cp:lastModifiedBy>Olivia Haley</cp:lastModifiedBy>
  <cp:revision>1</cp:revision>
  <cp:lastPrinted>2013-01-28T23:51:58Z</cp:lastPrinted>
  <dcterms:created xsi:type="dcterms:W3CDTF">2026-09-03T08:35:00Z</dcterms:created>
  <dcterms:modified xsi:type="dcterms:W3CDTF">2026-09-03T14:09:13Z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0x01010042317DB45DACC541B4915CEA437C0B46</vt:lpwstr>
  </property>
  <property fmtid="{D5CDD505-2E9C-101B-9397-08002B2CF9AE}" pid="3" name="Order">
    <vt:r8>54600</vt:r8>
  </property>
</Properties>
</file>